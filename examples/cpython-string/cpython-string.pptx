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在这个紧凑 CPython 字符串示例中，新结果的所有码点槽使用同一存储宽度。加入 U+1F600 后，连原有 ASCII 前缀也使用四字节槽；UTF-8 则是另一种表示方式。
讲解重点：先区分对象与表示，再沿图中的关系解释变化。研究日期与版本沿用封存档案。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ASCII 可用一字节槽；U+00E9 仍属于一字节类别，U+4E2D 需要两字节，U+1F600 需要四字节。决定宽度的是表示范围，不是 emoji 分类。
材料支持：c-width
PEP 393 · flexible string representation: https://peps.python.org/pep-0393/
CPython v3.11.15 · unicodeobject.c: https://github.com/python/cpython/blob/v3.11.15/Objects/unicodeobject.c
Python 3.11 · sys.getsizeof: https://docs.python.org/3.11/library/sys.html#sys.getsizeof
Python 3.11 · Unicode HOWTO: https://docs.python.org/3.11/howto/unicode.html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固定版本的 PyUnicode_Concat 合并操作数长度与表示范围，调用 PyUnicode_New 分配结果，再复制两侧内容。这条源码路径不证明给定表达式运行时必然调用了该函数。
材料支持：c-concat
PEP 393 · flexible string representation: https://peps.python.org/pep-0393/
CPython v3.11.15 · unicodeobject.c: https://github.com/python/cpython/blob/v3.11.15/Objects/unicodeobject.c
Python 3.11 · sys.getsizeof: https://docs.python.org/3.11/library/sys.html#sys.getsizeof
Python 3.11 · Unicode HOWTO: https://docs.python.org/3.11/howto/unicode.html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已有 CPython 3.11.15 观察记录：十万个 ASCII 码点的 str 为 100,049 字节，加入 U+1F600 后为 400,080 字节。头部、终止符及适用的缓存都会影响对象大小；这些是继承记录，不是新实测。
材料支持：c-measure
PEP 393 · flexible string representation: https://peps.python.org/pep-0393/
CPython v3.11.15 · unicodeobject.c: https://github.com/python/cpython/blob/v3.11.15/Objects/unicodeobject.c
Python 3.11 · sys.getsizeof: https://docs.python.org/3.11/library/sys.html#sys.getsizeof
Python 3.11 · Unicode HOWTO: https://docs.python.org/3.11/howto/unicode.html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UTF-8 载荷从 100,000 增至 100,004 字节。每个 ASCII 码点仍占一字节，U+1F600 增加四字节。编码载荷长度既不是 str 对象大小，也不是进程总内存。
材料支持：c-utf8
PEP 393 · flexible string representation: https://peps.python.org/pep-0393/
CPython v3.11.15 · unicodeobject.c: https://github.com/python/cpython/blob/v3.11.15/Objects/unicodeobject.c
Python 3.11 · sys.getsizeof: https://docs.python.org/3.11/library/sys.html#sys.getsizeof
Python 3.11 · Unicode HOWTO: https://docs.python.org/3.11/howto/unicode.html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已经使用四字节槽的结果，不会再次经历同样的扩宽；短字符串的额外开销比例也不同。这里的总数属于特定 CPython 构建与对象状态，不适用于所有 Python 实现或 emoji 序列。
材料支持：c-boundaries
PEP 393 · flexible string representation: https://peps.python.org/pep-0393/
CPython v3.11.15 · unicodeobject.c: https://github.com/python/cpython/blob/v3.11.15/Objects/unicodeobject.c
Python 3.11 · sys.getsizeof: https://docs.python.org/3.11/library/sys.html#sys.getsizeof
Python 3.11 · Unicode HOWTO: https://docs.python.org/3.11/howto/unicode.html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用一个条件不同的新情形检查自己的解释，但本作品没有执行真人理解测试。
PEP 393 · flexible string representation: https://peps.python.org/pep-0393/
CPython v3.11.15 · unicodeobject.c: https://github.com/python/cpython/blob/v3.11.15/Objects/unicodeobject.c
Python 3.11 · sys.getsizeof: https://docs.python.org/3.11/library/sys.html#sys.getsizeof
Python 3.11 · Unicode HOWTO: https://docs.python.org/3.11/howto/unicode.html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一个码点为什么会让 CPython 字符串变宽？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研究快照：2026-09-16 / 17；本作品不冒充新实测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在这个紧凑 CPython 字符串示例中，新结果的所有码点槽使用同一存储宽度。加入 U+1F600 后，连原有 ASCII 前缀也使用四字节槽；UTF-8 则是另一种表示方式。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852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str：不变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0" y="28529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新结果：每个码点槽都扩宽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943600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9904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344168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90472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931152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7456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865376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918704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2386584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2888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8906256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2907792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4096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893808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40112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码点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4069080" y="3877056"/>
            <a:ext cx="141732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22960" y="44988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一字节槽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943600" y="44988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U+1F600 → 四字节槽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3.11.15 紧凑字符串示例；大小来自既有记录，未重新测量；槽位示意不按实际数量绘制。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一个结果，统一的码点槽宽度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PEP 393 / CPython v3.11.15 / Python 3.11 / Python 3.11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ASCII 可用一字节槽；U+00E9 仍属于一字节类别，U+4E2D 需要两字节，U+1F600 需要四字节。决定宽度的是表示范围，不是 emoji 分类。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852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str：不变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0" y="28529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新结果：每个码点槽都扩宽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943600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9904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344168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90472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931152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7456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865376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918704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2386584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2888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8906256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2907792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4096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893808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40112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码点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4069080" y="3877056"/>
            <a:ext cx="141732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22960" y="44988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一字节槽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943600" y="44988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U+1F600 → 四字节槽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3.11.15 紧凑字符串示例；大小来自既有记录，未重新测量；槽位示意不按实际数量绘制。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分配新结果，不修改原字符串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PEP 393 / CPython v3.11.15 / Python 3.11 / Python 3.11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固定版本的 PyUnicode_Concat 合并操作数长度与表示范围，调用 PyUnicode_New 分配结果，再复制两侧内容。这条源码路径不证明给定表达式运行时必然调用了该函数。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852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str：不变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0" y="28529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新结果：每个码点槽都扩宽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943600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9904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344168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90472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931152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7456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865376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918704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2386584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2888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8906256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2907792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4096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893808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40112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码点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4069080" y="3877056"/>
            <a:ext cx="141732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22960" y="44988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一字节槽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943600" y="44988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U+1F600 → 四字节槽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3.11.15 紧凑字符串示例；大小来自既有记录，未重新测量；槽位示意不按实际数量绘制。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对象大小不只有字符槽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PEP 393 / CPython v3.11.15 / Python 3.11 / Python 3.11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CPython 3.11.15 观察记录：十万个 ASCII 码点的 str 为 100,049 字节，加入 U+1F600 后为 400,080 字节。头部、终止符及适用的缓存都会影响对象大小；这些是继承记录，不是新实测。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70632"/>
          <a:ext cx="1069848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828800"/>
                <a:gridCol w="256032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100,000 个 ASCII 加上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槽宽 / 字节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str / 字节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UTF-8 / 字节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无新增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100,049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U+00E9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100,074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100,002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U+4E2D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200,076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100,003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U+1F600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400,080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3.11.15 紧凑字符串示例；大小来自既有记录，未重新测量；槽位示意不按实际数量绘制。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UTF-8 中的 ASCII 前缀并不变宽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PEP 393 / CPython v3.11.15 / Python 3.11 / Python 3.11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UTF-8 载荷从 100,000 增至 100,004 字节。每个 ASCII 码点仍占一字节，U+1F600 增加四字节。编码载荷长度既不是 str 对象大小，也不是进程总内存。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70632"/>
          <a:ext cx="1069848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828800"/>
                <a:gridCol w="256032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100,000 个 ASCII 加上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槽宽 / 字节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str / 字节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UTF-8 / 字节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无新增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100,049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U+00E9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100,074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100,002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U+4E2D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200,076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100,003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U+1F600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400,080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3.11.15 紧凑字符串示例；大小来自既有记录，未重新测量；槽位示意不按实际数量绘制。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不是每个非 ASCII 字符都会导致这种增长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PEP 393 / CPython v3.11.15 / Python 3.11 / Python 3.11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已经使用四字节槽的结果，不会再次经历同样的扩宽；短字符串的额外开销比例也不同。这里的总数属于特定 CPython 构建与对象状态，不适用于所有 Python 实现或 emoji 序列。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70632"/>
          <a:ext cx="1069848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828800"/>
                <a:gridCol w="256032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100,000 个 ASCII 加上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槽宽 / 字节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str / 字节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UTF-8 / 字节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无新增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100,049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U+00E9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100,074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100,002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U+4E2D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200,076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100,003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U+1F600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400,080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3.11.15 紧凑字符串示例；大小来自既有记录，未重新测量；槽位示意不按实际数量绘制。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回到最初的问题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完整依据与来源范围见同目录 research/report.md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在这个紧凑 CPython 字符串示例中，新结果的所有码点槽使用同一存储宽度。加入 U+1F600 后，连原有 ASCII 前缀也使用四字节槽；UTF-8 则是另一种表示方式。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3017520"/>
            <a:ext cx="1060704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3090672"/>
            <a:ext cx="103144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比较新 str 与它编码后的字节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3.11.15 紧凑字符串示例；大小来自既有记录，未重新测量；槽位示意不按实际数量绘制。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5303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来源：PEP 393；CPython v3.11.15；Python 3.11；Python 3.11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一个码点为什么会让 CPython 字符串变宽？</dc:title>
  <dc:subject>一个码点为什么会让 CPython 字符串变宽？</dc:subject>
  <dc:creator>Aha</dc:creator>
  <cp:lastModifiedBy>Aha</cp:lastModifiedBy>
  <cp:revision>1</cp:revision>
  <dcterms:created xsi:type="dcterms:W3CDTF">2026-09-22T09:47:06Z</dcterms:created>
  <dcterms:modified xsi:type="dcterms:W3CDTF">2026-09-22T09:47:06Z</dcterms:modified>
</cp:coreProperties>
</file>