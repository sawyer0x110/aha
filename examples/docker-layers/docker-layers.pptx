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后续删除改变的是合并文件系统视图，不是不可变的旧层。在同一个 RUN 中创建再删除新的临时文件则不同：生成差异时，这个路径在前后两个端点都不存在。
讲解重点：先区分对象与表示，再沿图中的关系解释变化。研究日期与版本沿用封存档案。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假设一个新建普通文件含 100 MB 未压缩载荷。在这个普通、未压平的示例中，如果成功结束 RUN 时它仍存在，载荷就会记录进镜像层。
材料支持：c-layer, c-example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新差异集用 whiteout 表示删除。应用后，合并视图不再显示下层路径；whiteout 本身也不是其中的普通可见文件。旧载荷仍保留在不可变的原层中。
材料支持：c-delete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对于同一个 RUN 内新建再删除的临时文件，前后两个端点都没有这个路径，因此该差异不包含它的载荷。但其他文件或目录元数据仍可能发生变化。
材料支持：c-same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如果文件原本就存在于基础层，即使在一个 RUN 中删掉，也不能回收下层字节。它与新临时文件不同：前端点里有这个路径，因此需要记录删除。
材料支持：c-base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MB 是假定载荷，不是实测下载节省量。压缩、共享、缓存和镜像额外开销是不同量。运行中的容器还有独立可写层；这里画的是镜像差异层。
材料支持：c-size, c-writable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用一个条件不同的新情形检查自己的解释，但本作品没有执行真人理解测试。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文件删了，Docker 旧层的字节为什么还在？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研究快照：2026-09-16 / 17；本作品不冒充新实测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后续删除改变的是合并文件系统视图，不是不可变的旧层。在同一个 RUN 中创建再删除新的临时文件则不同：生成差异时，这个路径在前后两个端点都不存在。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后加层：whiteout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旧层：/temp · 100 MB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不存在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视图中的删除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不等于抹除旧层字节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RUN：新文件载荷成为层数据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假设一个新建普通文件含 100 MB 未压缩载荷。在这个普通、未压平的示例中，如果成功结束 RUN 时它仍存在，载荷就会记录进镜像层。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首个提交层：/temp · 100 MB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 flipV="1">
            <a:off x="5669280" y="3273552"/>
            <a:ext cx="914400" cy="109728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可见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RUN 结束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新文件仍然可见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 RUN：隐藏路径，不重写旧层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新差异集用 whiteout 表示删除。应用后，合并视图不再显示下层路径；whiteout 本身也不是其中的普通可见文件。旧载荷仍保留在不可变的原层中。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后加层：whiteout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旧层：/temp · 100 MB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不存在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视图中的删除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不等于抹除旧层字节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RUN：前后都不存在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对于同一个 RUN 内新建再删除的临时文件，前后两个端点都没有这个路径，因此该差异不包含它的载荷。但其他文件或目录元数据仍可能发生变化。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090672"/>
            <a:ext cx="2816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前端点：无 /temp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0" y="3017520"/>
            <a:ext cx="292608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3090672"/>
            <a:ext cx="2633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→ 删除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138160" y="301752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3090672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后端点：无 /temp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023360" y="3401568"/>
            <a:ext cx="41148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3401568"/>
            <a:ext cx="41148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只对新临时文件成立：该路径的载荷不进入此次差异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反例：基础层里原本就有的文件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如果文件原本就存在于基础层，即使在一个 RUN 中删掉，也不能回收下层字节。它与新临时文件不同：前端点里有这个路径，因此需要记录删除。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后加层：whiteout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旧层：/temp · 100 MB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不存在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基础层已有的文件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也不能被后层改写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载荷不等于镜像大小，镜像层也不等于容器写层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MB 是假定载荷，不是实测下载节省量。压缩、共享、缓存和镜像额外开销是不同量。运行中的容器还有独立可写层；这里画的是镜像差异层。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7180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此图展示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不能混为一谈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假定文件载荷 100 MB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压缩大小、下载量、共享磁盘占用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不可变镜像层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运行中容器的独立可写层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普通未压平差异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压平、多阶段选择与缓存清理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回到最初的问题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完整依据与来源范围见同目录 research/report.md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后续删除改变的是合并文件系统视图，不是不可变的旧层。在同一个 RUN 中创建再删除新的临时文件则不同：生成差异时，这个路径在前后两个端点都不存在。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6070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0314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把层的剖面与合并视图分开看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来源：Docker；OCI image-spec；Moby v27.5.1；Docker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文件删了，Docker 旧层的字节为什么还在？</dc:title>
  <dc:subject>文件删了，Docker 旧层的字节为什么还在？</dc:subject>
  <dc:creator>Aha</dc:creator>
  <cp:lastModifiedBy>Aha</cp:lastModifiedBy>
  <cp:revision>1</cp:revision>
  <dcterms:created xsi:type="dcterms:W3CDTF">2026-09-22T10:57:05Z</dcterms:created>
  <dcterms:modified xsi:type="dcterms:W3CDTF">2026-09-22T10:57:05Z</dcterms:modified>
</cp:coreProperties>
</file>