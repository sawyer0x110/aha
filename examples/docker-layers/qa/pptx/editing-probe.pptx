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1170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后续删除改变的是合并文件系统视图，不是不可变的旧层。在同一个 RUN 中创建再删除新的临时文件则不同：生成差异时，这个路径在前后两个端点都不存在。
讲解重点：先区分对象与表示，再沿图中的关系解释变化。研究日期与版本沿用封存档案。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假设一个新建普通文件含 100 MB 未压缩载荷。在这个普通、未压平的示例中，如果成功结束 RUN 时它仍存在，载荷就会记录进镜像层。
材料支持：c-layer, c-example
Docker · understanding image layers: https://docs.docker.com/get-started/docker-concepts/building-images/understanding-image-layers/
OCI image-spec · layer whiteouts (pinned): https://github.com/opencontainers/image-spec/blob/af26a05fba5ee648512f4ea3c9fda1fcc1b6d6dc/layer.md#whiteouts
Moby v27.5.1 · archive changes: https://github.com/moby/moby/blob/v27.5.1/pkg/archive/changes.go
Docker · RUN best practices: https://docs.docker.com/build/building/best-practices/#run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新差异集用 whiteout 表示删除。应用后，合并视图不再显示下层路径；whiteout 本身也不是其中的普通可见文件。旧载荷仍保留在不可变的原层中。
材料支持：c-delete
Docker · understanding image layers: https://docs.docker.com/get-started/docker-concepts/building-images/understanding-image-layers/
OCI image-spec · layer whiteouts (pinned): https://github.com/opencontainers/image-spec/blob/af26a05fba5ee648512f4ea3c9fda1fcc1b6d6dc/layer.md#whiteouts
Moby v27.5.1 · archive changes: https://github.com/moby/moby/blob/v27.5.1/pkg/archive/changes.go
Docker · RUN best practices: https://docs.docker.com/build/building/best-practices/#run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对于同一个 RUN 内新建再删除的临时文件，前后两个端点都没有这个路径，因此该差异不包含它的载荷。但其他文件或目录元数据仍可能发生变化。
材料支持：c-same
Docker · understanding image layers: https://docs.docker.com/get-started/docker-concepts/building-images/understanding-image-layers/
OCI image-spec · layer whiteouts (pinned): https://github.com/opencontainers/image-spec/blob/af26a05fba5ee648512f4ea3c9fda1fcc1b6d6dc/layer.md#whiteouts
Moby v27.5.1 · archive changes: https://github.com/moby/moby/blob/v27.5.1/pkg/archive/changes.go
Docker · RUN best practices: https://docs.docker.com/build/building/best-practices/#run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如果文件原本就存在于基础层，即使在一个 RUN 中删掉，也不能回收下层字节。它与新临时文件不同：前端点里有这个路径，因此需要记录删除。
材料支持：c-base
Docker · understanding image layers: https://docs.docker.com/get-started/docker-concepts/building-images/understanding-image-layers/
OCI image-spec · layer whiteouts (pinned): https://github.com/opencontainers/image-spec/blob/af26a05fba5ee648512f4ea3c9fda1fcc1b6d6dc/layer.md#whiteouts
Moby v27.5.1 · archive changes: https://github.com/moby/moby/blob/v27.5.1/pkg/archive/changes.go
Docker · RUN best practices: https://docs.docker.com/build/building/best-practices/#run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 MB 是假定载荷，不是实测下载节省量。压缩、共享、缓存和镜像额外开销是不同量。运行中的容器还有独立可写层；这里画的是镜像差异层。
材料支持：c-size, c-writable
Docker · understanding image layers: https://docs.docker.com/get-started/docker-concepts/building-images/understanding-image-layers/
OCI image-spec · layer whiteouts (pinned): https://github.com/opencontainers/image-spec/blob/af26a05fba5ee648512f4ea3c9fda1fcc1b6d6dc/layer.md#whiteouts
Moby v27.5.1 · archive changes: https://github.com/moby/moby/blob/v27.5.1/pkg/archive/changes.go
Docker · RUN best practices: https://docs.docker.com/build/building/best-practices/#run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用一个条件不同的新情形检查自己的解释，但本作品没有执行真人理解测试。
Docker · understanding image layers: https://docs.docker.com/get-started/docker-concepts/building-images/understanding-image-layers/
OCI image-spec · layer whiteouts (pinned): https://github.com/opencontainers/image-spec/blob/af26a05fba5ee648512f4ea3c9fda1fcc1b6d6dc/layer.md#whiteouts
Moby v27.5.1 · archive changes: https://github.com/moby/moby/blob/v27.5.1/pkg/archive/changes.go
Docker · RUN best practices: https://docs.docker.com/build/building/best-practices/#run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000" b="1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文件删了，</a:t>
            </a:r>
            <a:r>
              <a:rPr lang="en-US" sz="3000" b="1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</a:t>
            </a:r>
            <a:r>
              <a:rPr lang="zh-CN" altLang="en-US" sz="3000" b="1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旧层的字节为什么还在？ </a:t>
            </a:r>
            <a:r>
              <a:rPr lang="en-US" altLang="zh-CN" sz="3000" b="1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</a:t>
            </a:r>
            <a:r>
              <a:rPr lang="en-US" sz="3000" b="1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 probe]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研究快照：2026-09-16 / 17；本作品不冒充新实测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后续删除改变的是合并文件系统视图，不是不可变的旧层。在同一个 RUN 中创建再删除新的临时文件则不同：生成差异时，这个路径在前后两个端点都不存在。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4572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953512"/>
            <a:ext cx="42793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后加层：whiteout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4572000" cy="77724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4050792"/>
            <a:ext cx="42793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旧层：/temp · 100 MB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669280" y="3273552"/>
            <a:ext cx="914400" cy="0"/>
          </a:xfrm>
          <a:prstGeom prst="line">
            <a:avLst/>
          </a:prstGeom>
          <a:noFill/>
          <a:ln w="31750">
            <a:solidFill>
              <a:srgbClr val="B11F4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949440" y="2880360"/>
            <a:ext cx="4343400" cy="77724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95744" y="2953512"/>
            <a:ext cx="40507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合并视图：/temp 不存在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132320" y="41148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视图中的删除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不等于抹除旧层字节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普通、未压平的镜像差异层；100 MB 为假定未压缩载荷。没有执行 Docker 构建。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 RUN：新文件载荷成为层数据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/ OCI image-spec / Moby v27.5.1 / Docker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假设一个新建普通文件含 100 MB 未压缩载荷。在这个普通、未压平的示例中，如果成功结束 RUN 时它仍存在，载荷就会记录进镜像层。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4572000" cy="77724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4050792"/>
            <a:ext cx="42793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首个提交层：/temp · 100 MB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 flipV="1">
            <a:off x="5669280" y="3273552"/>
            <a:ext cx="914400" cy="1097280"/>
          </a:xfrm>
          <a:prstGeom prst="line">
            <a:avLst/>
          </a:prstGeom>
          <a:noFill/>
          <a:ln w="31750">
            <a:solidFill>
              <a:srgbClr val="B11F4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949440" y="2880360"/>
            <a:ext cx="4343400" cy="77724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95744" y="2953512"/>
            <a:ext cx="40507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合并视图：/temp 可见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132320" y="41148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首个 RUN 结束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新文件仍然可见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普通、未压平的镜像差异层；100 MB 为假定未压缩载荷。没有执行 Docker 构建。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 RUN：隐藏路径，不重写旧层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/ OCI image-spec / Moby v27.5.1 / Docker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新差异集用 whiteout 表示删除。应用后，合并视图不再显示下层路径；whiteout 本身也不是其中的普通可见文件。旧载荷仍保留在不可变的原层中。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4572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953512"/>
            <a:ext cx="42793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后加层：whiteout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4572000" cy="77724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4050792"/>
            <a:ext cx="42793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旧层：/temp · 100 MB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669280" y="3273552"/>
            <a:ext cx="914400" cy="0"/>
          </a:xfrm>
          <a:prstGeom prst="line">
            <a:avLst/>
          </a:prstGeom>
          <a:noFill/>
          <a:ln w="31750">
            <a:solidFill>
              <a:srgbClr val="B11F4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949440" y="2880360"/>
            <a:ext cx="4343400" cy="77724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95744" y="2953512"/>
            <a:ext cx="40507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合并视图：/temp 不存在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132320" y="41148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视图中的删除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不等于抹除旧层字节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普通、未压平的镜像差异层；100 MB 为假定未压缩载荷。没有执行 Docker 构建。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 RUN：前后都不存在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/ OCI image-spec / Moby v27.5.1 / Docker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对于同一个 RUN 内新建再删除的临时文件，前后两个端点都没有这个路径，因此该差异不包含它的载荷。但其他文件或目录元数据仍可能发生变化。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3108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3090672"/>
            <a:ext cx="28163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前端点：无 /temp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572000" y="3017520"/>
            <a:ext cx="2926080" cy="77724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18304" y="3090672"/>
            <a:ext cx="26334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 → 删除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138160" y="3017520"/>
            <a:ext cx="3200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4464" y="3090672"/>
            <a:ext cx="29077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后端点：无 /temp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023360" y="3401568"/>
            <a:ext cx="411480" cy="0"/>
          </a:xfrm>
          <a:prstGeom prst="line">
            <a:avLst/>
          </a:prstGeom>
          <a:noFill/>
          <a:ln w="31750">
            <a:solidFill>
              <a:srgbClr val="B11F4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589520" y="3401568"/>
            <a:ext cx="411480" cy="0"/>
          </a:xfrm>
          <a:prstGeom prst="line">
            <a:avLst/>
          </a:prstGeom>
          <a:noFill/>
          <a:ln w="31750">
            <a:solidFill>
              <a:srgbClr val="B11F4B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14400" y="43891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只对新临时文件成立：该路径的载荷不进入此次差异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普通、未压平的镜像差异层；100 MB 为假定未压缩载荷。没有执行 Docker 构建。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反例：基础层里原本就有的文件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/ OCI image-spec / Moby v27.5.1 / Docker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如果文件原本就存在于基础层，即使在一个 RUN 中删掉，也不能回收下层字节。它与新临时文件不同：前端点里有这个路径，因此需要记录删除。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4572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953512"/>
            <a:ext cx="42793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后加层：whiteout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4572000" cy="77724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4050792"/>
            <a:ext cx="42793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旧层：/temp · 100 MB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669280" y="3273552"/>
            <a:ext cx="914400" cy="0"/>
          </a:xfrm>
          <a:prstGeom prst="line">
            <a:avLst/>
          </a:prstGeom>
          <a:noFill/>
          <a:ln w="31750">
            <a:solidFill>
              <a:srgbClr val="B11F4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949440" y="2880360"/>
            <a:ext cx="4343400" cy="77724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95744" y="2953512"/>
            <a:ext cx="40507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合并视图：/temp 不存在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132320" y="41148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基础层已有的文件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也不能被后层改写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普通、未压平的镜像差异层；100 MB 为假定未压缩载荷。没有执行 Docker 构建。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载荷不等于镜像大小，镜像层也不等于容器写层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/ OCI image-spec / Moby v27.5.1 / Docker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7899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MB 是假定载荷，不是实测下载节省量。压缩、共享、缓存和镜像额外开销是不同量。运行中的容器还有独立可写层；这里画的是镜像差异层。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844764"/>
              </p:ext>
            </p:extLst>
          </p:nvPr>
        </p:nvGraphicFramePr>
        <p:xfrm>
          <a:off x="731520" y="2971800"/>
          <a:ext cx="10698480" cy="914400"/>
        </p:xfrm>
        <a:graphic>
          <a:graphicData uri="http://schemas.openxmlformats.org/drawingml/2006/table">
            <a:tbl>
              <a:tblPr/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190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此图展示 </a:t>
                      </a:r>
                      <a:r>
                        <a:rPr lang="en-US" altLang="zh-CN" sz="190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</a:t>
                      </a:r>
                      <a:r>
                        <a:rPr lang="en-US" sz="190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edit probe]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不能混为一谈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假定文件载荷 100 MB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压缩大小、下载量、共享磁盘占用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不可变镜像层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运行中容器的独立可写层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普通未压平差异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424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压平、多阶段选择与缓存清理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46304" marR="146304" marT="109728" marB="109728" anchor="ctr">
                    <a:lnL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191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46811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普通、未压平的镜像差异层；100 MB 为假定未压缩载荷。没有执行 Docker 构建。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回到最初的问题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291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完整依据与来源范围见同目录 research/report.md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018520" y="62544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后续删除改变的是合并文件系统视图，不是不可变的旧层。在同一个 RUN 中创建再删除新的临时文件则不同：生成差异时，这个路径在前后两个端点都不存在。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77240" y="3017520"/>
            <a:ext cx="10607040" cy="777240"/>
          </a:xfrm>
          <a:prstGeom prst="rect">
            <a:avLst/>
          </a:prstGeom>
          <a:solidFill>
            <a:srgbClr val="F4E3E8"/>
          </a:solidFill>
          <a:ln w="12700">
            <a:solidFill>
              <a:srgbClr val="9191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3090672"/>
            <a:ext cx="103144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把层的剖面与合并视图分开看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68680" y="41605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424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普通、未压平的镜像差异层；100 MB 为假定未压缩载荷。没有执行 Docker 构建。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5303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来源：Docker；OCI image-spec；Moby v27.5.1；Docker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1123</Words>
  <Application>Microsoft Office PowerPoint</Application>
  <PresentationFormat>Widescreen</PresentationFormat>
  <Paragraphs>82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Microsoft YaHei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文件删了，Docker 旧层的字节为什么还在？</dc:title>
  <dc:subject>文件删了，Docker 旧层的字节为什么还在？</dc:subject>
  <dc:creator>Aha</dc:creator>
  <cp:lastModifiedBy>Yue Sun</cp:lastModifiedBy>
  <cp:revision>2</cp:revision>
  <dcterms:created xsi:type="dcterms:W3CDTF">2026-09-22T10:57:05Z</dcterms:created>
  <dcterms:modified xsi:type="dcterms:W3CDTF">2026-09-22T10:57:50Z</dcterms:modified>
</cp:coreProperties>
</file>