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Incoming</c:v>
                </c:pt>
              </c:strCache>
            </c:strRef>
          </c:tx>
          <c:spPr>
            <a:solidFill>
              <a:srgbClr val="293238"/>
            </a:solidFill>
            <a:ln w="38100" cap="flat">
              <a:solidFill>
                <a:srgbClr val="29323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93238"/>
              </a:solidFill>
              <a:ln w="9525" cap="flat">
                <a:solidFill>
                  <a:srgbClr val="29323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</c:v>
                </c:pt>
                <c:pt idx="5">
                  <c:v>0.7071067811865475</c:v>
                </c:pt>
                <c:pt idx="6">
                  <c:v>0.8090169943749475</c:v>
                </c:pt>
                <c:pt idx="7">
                  <c:v>0.8910065241883678</c:v>
                </c:pt>
                <c:pt idx="8">
                  <c:v>0.9510565162951535</c:v>
                </c:pt>
                <c:pt idx="9">
                  <c:v>0.9876883405951378</c:v>
                </c:pt>
                <c:pt idx="10">
                  <c:v>1</c:v>
                </c:pt>
                <c:pt idx="11">
                  <c:v>0.9876883405951378</c:v>
                </c:pt>
                <c:pt idx="12">
                  <c:v>0.9510565162951536</c:v>
                </c:pt>
                <c:pt idx="13">
                  <c:v>0.8910065241883679</c:v>
                </c:pt>
                <c:pt idx="14">
                  <c:v>0.8090169943749475</c:v>
                </c:pt>
                <c:pt idx="15">
                  <c:v>0.7071067811865476</c:v>
                </c:pt>
                <c:pt idx="16">
                  <c:v>0.5877852522924732</c:v>
                </c:pt>
                <c:pt idx="17">
                  <c:v>0.45399049973954686</c:v>
                </c:pt>
                <c:pt idx="18">
                  <c:v>0.3090169943749475</c:v>
                </c:pt>
                <c:pt idx="19">
                  <c:v>0.15643446504023098</c:v>
                </c:pt>
                <c:pt idx="20">
                  <c:v>1.2246467991473532e-16</c:v>
                </c:pt>
                <c:pt idx="21">
                  <c:v>-0.15643446504023073</c:v>
                </c:pt>
                <c:pt idx="22">
                  <c:v>-0.3090169943749469</c:v>
                </c:pt>
                <c:pt idx="23">
                  <c:v>-0.4539904997395467</c:v>
                </c:pt>
                <c:pt idx="24">
                  <c:v>-0.587785252292473</c:v>
                </c:pt>
                <c:pt idx="25">
                  <c:v>-0.7071067811865475</c:v>
                </c:pt>
                <c:pt idx="26">
                  <c:v>-0.8090169943749473</c:v>
                </c:pt>
                <c:pt idx="27">
                  <c:v>-0.8910065241883678</c:v>
                </c:pt>
                <c:pt idx="28">
                  <c:v>-0.9510565162951535</c:v>
                </c:pt>
                <c:pt idx="29">
                  <c:v>-0.9876883405951377</c:v>
                </c:pt>
                <c:pt idx="30">
                  <c:v>-1</c:v>
                </c:pt>
                <c:pt idx="31">
                  <c:v>-0.9876883405951378</c:v>
                </c:pt>
                <c:pt idx="32">
                  <c:v>-0.9510565162951536</c:v>
                </c:pt>
                <c:pt idx="33">
                  <c:v>-0.891006524188368</c:v>
                </c:pt>
                <c:pt idx="34">
                  <c:v>-0.8090169943749476</c:v>
                </c:pt>
                <c:pt idx="35">
                  <c:v>-0.7071067811865477</c:v>
                </c:pt>
                <c:pt idx="36">
                  <c:v>-0.5877852522924734</c:v>
                </c:pt>
                <c:pt idx="37">
                  <c:v>-0.45399049973954697</c:v>
                </c:pt>
                <c:pt idx="38">
                  <c:v>-0.3090169943749476</c:v>
                </c:pt>
                <c:pt idx="39">
                  <c:v>-0.15643446504023112</c:v>
                </c:pt>
                <c:pt idx="40">
                  <c:v>-2.4492935982947064e-16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B45B2A"/>
            </a:solidFill>
            <a:ln w="38100" cap="flat">
              <a:solidFill>
                <a:srgbClr val="B45B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B2A"/>
              </a:solidFill>
              <a:ln w="9525" cap="flat">
                <a:solidFill>
                  <a:srgbClr val="B45B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Residual</c:v>
                </c:pt>
              </c:strCache>
            </c:strRef>
          </c:tx>
          <c:spPr>
            <a:solidFill>
              <a:srgbClr val="687D55"/>
            </a:solidFill>
            <a:ln w="38100" cap="flat">
              <a:solidFill>
                <a:srgbClr val="687D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87D55"/>
              </a:solidFill>
              <a:ln w="9525" cap="flat">
                <a:solidFill>
                  <a:srgbClr val="687D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Sheet1!$D$2:$D$42</c:f>
              <c:numCache>
                <c:formatCode>General</c:formatCode>
                <c:ptCount val="4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</c:v>
                </c:pt>
                <c:pt idx="5">
                  <c:v>0.7071067811865475</c:v>
                </c:pt>
                <c:pt idx="6">
                  <c:v>0.8090169943749475</c:v>
                </c:pt>
                <c:pt idx="7">
                  <c:v>0.8910065241883678</c:v>
                </c:pt>
                <c:pt idx="8">
                  <c:v>0.9510565162951535</c:v>
                </c:pt>
                <c:pt idx="9">
                  <c:v>0.9876883405951378</c:v>
                </c:pt>
                <c:pt idx="10">
                  <c:v>1</c:v>
                </c:pt>
                <c:pt idx="11">
                  <c:v>0.9876883405951378</c:v>
                </c:pt>
                <c:pt idx="12">
                  <c:v>0.9510565162951536</c:v>
                </c:pt>
                <c:pt idx="13">
                  <c:v>0.8910065241883679</c:v>
                </c:pt>
                <c:pt idx="14">
                  <c:v>0.8090169943749475</c:v>
                </c:pt>
                <c:pt idx="15">
                  <c:v>0.7071067811865476</c:v>
                </c:pt>
                <c:pt idx="16">
                  <c:v>0.5877852522924732</c:v>
                </c:pt>
                <c:pt idx="17">
                  <c:v>0.45399049973954686</c:v>
                </c:pt>
                <c:pt idx="18">
                  <c:v>0.3090169943749475</c:v>
                </c:pt>
                <c:pt idx="19">
                  <c:v>0.15643446504023098</c:v>
                </c:pt>
                <c:pt idx="20">
                  <c:v>1.2246467991473532e-16</c:v>
                </c:pt>
                <c:pt idx="21">
                  <c:v>-0.15643446504023073</c:v>
                </c:pt>
                <c:pt idx="22">
                  <c:v>-0.3090169943749469</c:v>
                </c:pt>
                <c:pt idx="23">
                  <c:v>-0.4539904997395467</c:v>
                </c:pt>
                <c:pt idx="24">
                  <c:v>-0.587785252292473</c:v>
                </c:pt>
                <c:pt idx="25">
                  <c:v>-0.7071067811865475</c:v>
                </c:pt>
                <c:pt idx="26">
                  <c:v>-0.8090169943749473</c:v>
                </c:pt>
                <c:pt idx="27">
                  <c:v>-0.8910065241883678</c:v>
                </c:pt>
                <c:pt idx="28">
                  <c:v>-0.9510565162951535</c:v>
                </c:pt>
                <c:pt idx="29">
                  <c:v>-0.9876883405951377</c:v>
                </c:pt>
                <c:pt idx="30">
                  <c:v>-1</c:v>
                </c:pt>
                <c:pt idx="31">
                  <c:v>-0.9876883405951378</c:v>
                </c:pt>
                <c:pt idx="32">
                  <c:v>-0.9510565162951536</c:v>
                </c:pt>
                <c:pt idx="33">
                  <c:v>-0.891006524188368</c:v>
                </c:pt>
                <c:pt idx="34">
                  <c:v>-0.8090169943749476</c:v>
                </c:pt>
                <c:pt idx="35">
                  <c:v>-0.7071067811865477</c:v>
                </c:pt>
                <c:pt idx="36">
                  <c:v>-0.5877852522924734</c:v>
                </c:pt>
                <c:pt idx="37">
                  <c:v>-0.45399049973954697</c:v>
                </c:pt>
                <c:pt idx="38">
                  <c:v>-0.3090169943749476</c:v>
                </c:pt>
                <c:pt idx="39">
                  <c:v>-0.15643446504023112</c:v>
                </c:pt>
                <c:pt idx="40">
                  <c:v>-2.4492935982947064e-16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-2"/>
        </c:scaling>
        <c:delete val="0"/>
        <c:axPos val="l"/>
        <c:majorGridlines>
          <c:spPr>
            <a:ln w="12700" cap="flat">
              <a:solidFill>
                <a:srgbClr val="D2D6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AF8F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500">      </a:defRPr>
          </a:pPr>
          <a:endParaRPr lang="en-US"/>
        </a:p>
      </c:txPr>
    </c:legend>
    <c:plotVisOnly val="1"/>
    <c:dispBlanksAs val="span"/>
  </c:chart>
  <c:spPr>
    <a:solidFill>
      <a:srgbClr val="FAF8F2"/>
    </a:solidFill>
    <a:ln w="12700" cap="flat">
      <a:solidFill>
        <a:srgbClr val="FAF8F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Incoming</c:v>
                </c:pt>
              </c:strCache>
            </c:strRef>
          </c:tx>
          <c:spPr>
            <a:solidFill>
              <a:srgbClr val="293238"/>
            </a:solidFill>
            <a:ln w="38100" cap="flat">
              <a:solidFill>
                <a:srgbClr val="29323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93238"/>
              </a:solidFill>
              <a:ln w="9525" cap="flat">
                <a:solidFill>
                  <a:srgbClr val="29323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</c:v>
                </c:pt>
                <c:pt idx="5">
                  <c:v>0.7071067811865475</c:v>
                </c:pt>
                <c:pt idx="6">
                  <c:v>0.8090169943749475</c:v>
                </c:pt>
                <c:pt idx="7">
                  <c:v>0.8910065241883678</c:v>
                </c:pt>
                <c:pt idx="8">
                  <c:v>0.9510565162951535</c:v>
                </c:pt>
                <c:pt idx="9">
                  <c:v>0.9876883405951378</c:v>
                </c:pt>
                <c:pt idx="10">
                  <c:v>1</c:v>
                </c:pt>
                <c:pt idx="11">
                  <c:v>0.9876883405951378</c:v>
                </c:pt>
                <c:pt idx="12">
                  <c:v>0.9510565162951536</c:v>
                </c:pt>
                <c:pt idx="13">
                  <c:v>0.8910065241883679</c:v>
                </c:pt>
                <c:pt idx="14">
                  <c:v>0.8090169943749475</c:v>
                </c:pt>
                <c:pt idx="15">
                  <c:v>0.7071067811865476</c:v>
                </c:pt>
                <c:pt idx="16">
                  <c:v>0.5877852522924732</c:v>
                </c:pt>
                <c:pt idx="17">
                  <c:v>0.45399049973954686</c:v>
                </c:pt>
                <c:pt idx="18">
                  <c:v>0.3090169943749475</c:v>
                </c:pt>
                <c:pt idx="19">
                  <c:v>0.15643446504023098</c:v>
                </c:pt>
                <c:pt idx="20">
                  <c:v>1.2246467991473532e-16</c:v>
                </c:pt>
                <c:pt idx="21">
                  <c:v>-0.15643446504023073</c:v>
                </c:pt>
                <c:pt idx="22">
                  <c:v>-0.3090169943749469</c:v>
                </c:pt>
                <c:pt idx="23">
                  <c:v>-0.4539904997395467</c:v>
                </c:pt>
                <c:pt idx="24">
                  <c:v>-0.587785252292473</c:v>
                </c:pt>
                <c:pt idx="25">
                  <c:v>-0.7071067811865475</c:v>
                </c:pt>
                <c:pt idx="26">
                  <c:v>-0.8090169943749473</c:v>
                </c:pt>
                <c:pt idx="27">
                  <c:v>-0.8910065241883678</c:v>
                </c:pt>
                <c:pt idx="28">
                  <c:v>-0.9510565162951535</c:v>
                </c:pt>
                <c:pt idx="29">
                  <c:v>-0.9876883405951377</c:v>
                </c:pt>
                <c:pt idx="30">
                  <c:v>-1</c:v>
                </c:pt>
                <c:pt idx="31">
                  <c:v>-0.9876883405951378</c:v>
                </c:pt>
                <c:pt idx="32">
                  <c:v>-0.9510565162951536</c:v>
                </c:pt>
                <c:pt idx="33">
                  <c:v>-0.891006524188368</c:v>
                </c:pt>
                <c:pt idx="34">
                  <c:v>-0.8090169943749476</c:v>
                </c:pt>
                <c:pt idx="35">
                  <c:v>-0.7071067811865477</c:v>
                </c:pt>
                <c:pt idx="36">
                  <c:v>-0.5877852522924734</c:v>
                </c:pt>
                <c:pt idx="37">
                  <c:v>-0.45399049973954697</c:v>
                </c:pt>
                <c:pt idx="38">
                  <c:v>-0.3090169943749476</c:v>
                </c:pt>
                <c:pt idx="39">
                  <c:v>-0.15643446504023112</c:v>
                </c:pt>
                <c:pt idx="40">
                  <c:v>-2.4492935982947064e-16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B45B2A"/>
            </a:solidFill>
            <a:ln w="38100" cap="flat">
              <a:solidFill>
                <a:srgbClr val="B45B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B2A"/>
              </a:solidFill>
              <a:ln w="9525" cap="flat">
                <a:solidFill>
                  <a:srgbClr val="B45B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0</c:v>
                </c:pt>
                <c:pt idx="1">
                  <c:v>-0.15643446504023087</c:v>
                </c:pt>
                <c:pt idx="2">
                  <c:v>-0.3090169943749474</c:v>
                </c:pt>
                <c:pt idx="3">
                  <c:v>-0.45399049973954675</c:v>
                </c:pt>
                <c:pt idx="4">
                  <c:v>-0.5877852522924731</c:v>
                </c:pt>
                <c:pt idx="5">
                  <c:v>-0.7071067811865475</c:v>
                </c:pt>
                <c:pt idx="6">
                  <c:v>-0.8090169943749475</c:v>
                </c:pt>
                <c:pt idx="7">
                  <c:v>-0.8910065241883678</c:v>
                </c:pt>
                <c:pt idx="8">
                  <c:v>-0.9510565162951535</c:v>
                </c:pt>
                <c:pt idx="9">
                  <c:v>-0.9876883405951378</c:v>
                </c:pt>
                <c:pt idx="10">
                  <c:v>-1</c:v>
                </c:pt>
                <c:pt idx="11">
                  <c:v>-0.9876883405951378</c:v>
                </c:pt>
                <c:pt idx="12">
                  <c:v>-0.9510565162951536</c:v>
                </c:pt>
                <c:pt idx="13">
                  <c:v>-0.8910065241883679</c:v>
                </c:pt>
                <c:pt idx="14">
                  <c:v>-0.8090169943749475</c:v>
                </c:pt>
                <c:pt idx="15">
                  <c:v>-0.7071067811865476</c:v>
                </c:pt>
                <c:pt idx="16">
                  <c:v>-0.5877852522924732</c:v>
                </c:pt>
                <c:pt idx="17">
                  <c:v>-0.45399049973954686</c:v>
                </c:pt>
                <c:pt idx="18">
                  <c:v>-0.3090169943749475</c:v>
                </c:pt>
                <c:pt idx="19">
                  <c:v>-0.15643446504023098</c:v>
                </c:pt>
                <c:pt idx="20">
                  <c:v>-1.2246467991473532e-16</c:v>
                </c:pt>
                <c:pt idx="21">
                  <c:v>0.15643446504023073</c:v>
                </c:pt>
                <c:pt idx="22">
                  <c:v>0.3090169943749469</c:v>
                </c:pt>
                <c:pt idx="23">
                  <c:v>0.4539904997395467</c:v>
                </c:pt>
                <c:pt idx="24">
                  <c:v>0.587785252292473</c:v>
                </c:pt>
                <c:pt idx="25">
                  <c:v>0.7071067811865475</c:v>
                </c:pt>
                <c:pt idx="26">
                  <c:v>0.8090169943749473</c:v>
                </c:pt>
                <c:pt idx="27">
                  <c:v>0.8910065241883678</c:v>
                </c:pt>
                <c:pt idx="28">
                  <c:v>0.9510565162951535</c:v>
                </c:pt>
                <c:pt idx="29">
                  <c:v>0.9876883405951377</c:v>
                </c:pt>
                <c:pt idx="30">
                  <c:v>1</c:v>
                </c:pt>
                <c:pt idx="31">
                  <c:v>0.9876883405951378</c:v>
                </c:pt>
                <c:pt idx="32">
                  <c:v>0.9510565162951536</c:v>
                </c:pt>
                <c:pt idx="33">
                  <c:v>0.891006524188368</c:v>
                </c:pt>
                <c:pt idx="34">
                  <c:v>0.8090169943749476</c:v>
                </c:pt>
                <c:pt idx="35">
                  <c:v>0.7071067811865477</c:v>
                </c:pt>
                <c:pt idx="36">
                  <c:v>0.5877852522924734</c:v>
                </c:pt>
                <c:pt idx="37">
                  <c:v>0.45399049973954697</c:v>
                </c:pt>
                <c:pt idx="38">
                  <c:v>0.3090169943749476</c:v>
                </c:pt>
                <c:pt idx="39">
                  <c:v>0.15643446504023112</c:v>
                </c:pt>
                <c:pt idx="40">
                  <c:v>2.4492935982947064e-16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Residual</c:v>
                </c:pt>
              </c:strCache>
            </c:strRef>
          </c:tx>
          <c:spPr>
            <a:solidFill>
              <a:srgbClr val="687D55"/>
            </a:solidFill>
            <a:ln w="38100" cap="flat">
              <a:solidFill>
                <a:srgbClr val="687D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87D55"/>
              </a:solidFill>
              <a:ln w="9525" cap="flat">
                <a:solidFill>
                  <a:srgbClr val="687D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Sheet1!$D$2:$D$42</c:f>
              <c:numCache>
                <c:formatCode>General</c:formatCode>
                <c:ptCount val="4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-2"/>
        </c:scaling>
        <c:delete val="0"/>
        <c:axPos val="l"/>
        <c:majorGridlines>
          <c:spPr>
            <a:ln w="12700" cap="flat">
              <a:solidFill>
                <a:srgbClr val="D2D6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AF8F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500">      </a:defRPr>
          </a:pPr>
          <a:endParaRPr lang="en-US"/>
        </a:p>
      </c:txPr>
    </c:legend>
    <c:plotVisOnly val="1"/>
    <c:dispBlanksAs val="span"/>
  </c:chart>
  <c:spPr>
    <a:solidFill>
      <a:srgbClr val="FAF8F2"/>
    </a:solidFill>
    <a:ln w="12700" cap="flat">
      <a:solidFill>
        <a:srgbClr val="FAF8F2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Incoming</c:v>
                </c:pt>
              </c:strCache>
            </c:strRef>
          </c:tx>
          <c:spPr>
            <a:solidFill>
              <a:srgbClr val="293238"/>
            </a:solidFill>
            <a:ln w="38100" cap="flat">
              <a:solidFill>
                <a:srgbClr val="29323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93238"/>
              </a:solidFill>
              <a:ln w="9525" cap="flat">
                <a:solidFill>
                  <a:srgbClr val="29323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</c:v>
                </c:pt>
                <c:pt idx="5">
                  <c:v>0.7071067811865475</c:v>
                </c:pt>
                <c:pt idx="6">
                  <c:v>0.8090169943749475</c:v>
                </c:pt>
                <c:pt idx="7">
                  <c:v>0.8910065241883678</c:v>
                </c:pt>
                <c:pt idx="8">
                  <c:v>0.9510565162951535</c:v>
                </c:pt>
                <c:pt idx="9">
                  <c:v>0.9876883405951378</c:v>
                </c:pt>
                <c:pt idx="10">
                  <c:v>1</c:v>
                </c:pt>
                <c:pt idx="11">
                  <c:v>0.9876883405951378</c:v>
                </c:pt>
                <c:pt idx="12">
                  <c:v>0.9510565162951536</c:v>
                </c:pt>
                <c:pt idx="13">
                  <c:v>0.8910065241883679</c:v>
                </c:pt>
                <c:pt idx="14">
                  <c:v>0.8090169943749475</c:v>
                </c:pt>
                <c:pt idx="15">
                  <c:v>0.7071067811865476</c:v>
                </c:pt>
                <c:pt idx="16">
                  <c:v>0.5877852522924732</c:v>
                </c:pt>
                <c:pt idx="17">
                  <c:v>0.45399049973954686</c:v>
                </c:pt>
                <c:pt idx="18">
                  <c:v>0.3090169943749475</c:v>
                </c:pt>
                <c:pt idx="19">
                  <c:v>0.15643446504023098</c:v>
                </c:pt>
                <c:pt idx="20">
                  <c:v>1.2246467991473532e-16</c:v>
                </c:pt>
                <c:pt idx="21">
                  <c:v>-0.15643446504023073</c:v>
                </c:pt>
                <c:pt idx="22">
                  <c:v>-0.3090169943749469</c:v>
                </c:pt>
                <c:pt idx="23">
                  <c:v>-0.4539904997395467</c:v>
                </c:pt>
                <c:pt idx="24">
                  <c:v>-0.587785252292473</c:v>
                </c:pt>
                <c:pt idx="25">
                  <c:v>-0.7071067811865475</c:v>
                </c:pt>
                <c:pt idx="26">
                  <c:v>-0.8090169943749473</c:v>
                </c:pt>
                <c:pt idx="27">
                  <c:v>-0.8910065241883678</c:v>
                </c:pt>
                <c:pt idx="28">
                  <c:v>-0.9510565162951535</c:v>
                </c:pt>
                <c:pt idx="29">
                  <c:v>-0.9876883405951377</c:v>
                </c:pt>
                <c:pt idx="30">
                  <c:v>-1</c:v>
                </c:pt>
                <c:pt idx="31">
                  <c:v>-0.9876883405951378</c:v>
                </c:pt>
                <c:pt idx="32">
                  <c:v>-0.9510565162951536</c:v>
                </c:pt>
                <c:pt idx="33">
                  <c:v>-0.891006524188368</c:v>
                </c:pt>
                <c:pt idx="34">
                  <c:v>-0.8090169943749476</c:v>
                </c:pt>
                <c:pt idx="35">
                  <c:v>-0.7071067811865477</c:v>
                </c:pt>
                <c:pt idx="36">
                  <c:v>-0.5877852522924734</c:v>
                </c:pt>
                <c:pt idx="37">
                  <c:v>-0.45399049973954697</c:v>
                </c:pt>
                <c:pt idx="38">
                  <c:v>-0.3090169943749476</c:v>
                </c:pt>
                <c:pt idx="39">
                  <c:v>-0.15643446504023112</c:v>
                </c:pt>
                <c:pt idx="40">
                  <c:v>-2.4492935982947064e-16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B45B2A"/>
            </a:solidFill>
            <a:ln w="38100" cap="flat">
              <a:solidFill>
                <a:srgbClr val="B45B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B2A"/>
              </a:solidFill>
              <a:ln w="9525" cap="flat">
                <a:solidFill>
                  <a:srgbClr val="B45B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0.8660254037844386</c:v>
                </c:pt>
                <c:pt idx="1">
                  <c:v>0.7771459614569708</c:v>
                </c:pt>
                <c:pt idx="2">
                  <c:v>0.6691306063588581</c:v>
                </c:pt>
                <c:pt idx="3">
                  <c:v>0.544639035015027</c:v>
                </c:pt>
                <c:pt idx="4">
                  <c:v>0.40673664307580015</c:v>
                </c:pt>
                <c:pt idx="5">
                  <c:v>0.2588190451025207</c:v>
                </c:pt>
                <c:pt idx="6">
                  <c:v>0.10452846326765339</c:v>
                </c:pt>
                <c:pt idx="7">
                  <c:v>-0.052335956242943904</c:v>
                </c:pt>
                <c:pt idx="8">
                  <c:v>-0.2079116908177594</c:v>
                </c:pt>
                <c:pt idx="9">
                  <c:v>-0.3583679495453003</c:v>
                </c:pt>
                <c:pt idx="10">
                  <c:v>-0.5</c:v>
                </c:pt>
                <c:pt idx="11">
                  <c:v>-0.6293203910498373</c:v>
                </c:pt>
                <c:pt idx="12">
                  <c:v>-0.7431448254773942</c:v>
                </c:pt>
                <c:pt idx="13">
                  <c:v>-0.838670567945424</c:v>
                </c:pt>
                <c:pt idx="14">
                  <c:v>-0.9135454576426009</c:v>
                </c:pt>
                <c:pt idx="15">
                  <c:v>-0.9659258262890683</c:v>
                </c:pt>
                <c:pt idx="16">
                  <c:v>-0.9945218953682733</c:v>
                </c:pt>
                <c:pt idx="17">
                  <c:v>-0.9986295347545738</c:v>
                </c:pt>
                <c:pt idx="18">
                  <c:v>-0.9781476007338057</c:v>
                </c:pt>
                <c:pt idx="19">
                  <c:v>-0.9335804264972017</c:v>
                </c:pt>
                <c:pt idx="20">
                  <c:v>-0.8660254037844386</c:v>
                </c:pt>
                <c:pt idx="21">
                  <c:v>-0.7771459614569708</c:v>
                </c:pt>
                <c:pt idx="22">
                  <c:v>-0.6691306063588587</c:v>
                </c:pt>
                <c:pt idx="23">
                  <c:v>-0.5446390350150269</c:v>
                </c:pt>
                <c:pt idx="24">
                  <c:v>-0.40673664307580004</c:v>
                </c:pt>
                <c:pt idx="25">
                  <c:v>-0.2588190451025206</c:v>
                </c:pt>
                <c:pt idx="26">
                  <c:v>-0.10452846326765329</c:v>
                </c:pt>
                <c:pt idx="27">
                  <c:v>0.052335956242944</c:v>
                </c:pt>
                <c:pt idx="28">
                  <c:v>0.2079116908177595</c:v>
                </c:pt>
                <c:pt idx="29">
                  <c:v>0.35836794954530043</c:v>
                </c:pt>
                <c:pt idx="30">
                  <c:v>0.5000000000000001</c:v>
                </c:pt>
                <c:pt idx="31">
                  <c:v>0.6293203910498376</c:v>
                </c:pt>
                <c:pt idx="32">
                  <c:v>0.7431448254773944</c:v>
                </c:pt>
                <c:pt idx="33">
                  <c:v>0.838670567945424</c:v>
                </c:pt>
                <c:pt idx="34">
                  <c:v>0.913545457642601</c:v>
                </c:pt>
                <c:pt idx="35">
                  <c:v>0.9659258262890683</c:v>
                </c:pt>
                <c:pt idx="36">
                  <c:v>0.9945218953682734</c:v>
                </c:pt>
                <c:pt idx="37">
                  <c:v>0.9986295347545738</c:v>
                </c:pt>
                <c:pt idx="38">
                  <c:v>0.9781476007338056</c:v>
                </c:pt>
                <c:pt idx="39">
                  <c:v>0.9335804264972017</c:v>
                </c:pt>
                <c:pt idx="40">
                  <c:v>0.8660254037844386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Residual</c:v>
                </c:pt>
              </c:strCache>
            </c:strRef>
          </c:tx>
          <c:spPr>
            <a:solidFill>
              <a:srgbClr val="687D55"/>
            </a:solidFill>
            <a:ln w="38100" cap="flat">
              <a:solidFill>
                <a:srgbClr val="687D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87D55"/>
              </a:solidFill>
              <a:ln w="9525" cap="flat">
                <a:solidFill>
                  <a:srgbClr val="687D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½ cycle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 cycle</c:v>
                  </c:pt>
                </c:lvl>
              </c:multiLvlStrCache>
            </c:multiLvlStrRef>
          </c:cat>
          <c:val>
            <c:numRef>
              <c:f>Sheet1!$D$2:$D$42</c:f>
              <c:numCache>
                <c:formatCode>General</c:formatCode>
                <c:ptCount val="41"/>
                <c:pt idx="0">
                  <c:v>0.8660254037844386</c:v>
                </c:pt>
                <c:pt idx="1">
                  <c:v>0.9335804264972016</c:v>
                </c:pt>
                <c:pt idx="2">
                  <c:v>0.9781476007338055</c:v>
                </c:pt>
                <c:pt idx="3">
                  <c:v>0.9986295347545737</c:v>
                </c:pt>
                <c:pt idx="4">
                  <c:v>0.9945218953682733</c:v>
                </c:pt>
                <c:pt idx="5">
                  <c:v>0.9659258262890682</c:v>
                </c:pt>
                <c:pt idx="6">
                  <c:v>0.9135454576426009</c:v>
                </c:pt>
                <c:pt idx="7">
                  <c:v>0.8386705679454238</c:v>
                </c:pt>
                <c:pt idx="8">
                  <c:v>0.7431448254773941</c:v>
                </c:pt>
                <c:pt idx="9">
                  <c:v>0.6293203910498375</c:v>
                </c:pt>
                <c:pt idx="10">
                  <c:v>0.5</c:v>
                </c:pt>
                <c:pt idx="11">
                  <c:v>0.3583679495453005</c:v>
                </c:pt>
                <c:pt idx="12">
                  <c:v>0.2079116908177594</c:v>
                </c:pt>
                <c:pt idx="13">
                  <c:v>0.05233595624294385</c:v>
                </c:pt>
                <c:pt idx="14">
                  <c:v>-0.10452846326765342</c:v>
                </c:pt>
                <c:pt idx="15">
                  <c:v>-0.25881904510252074</c:v>
                </c:pt>
                <c:pt idx="16">
                  <c:v>-0.40673664307580004</c:v>
                </c:pt>
                <c:pt idx="17">
                  <c:v>-0.544639035015027</c:v>
                </c:pt>
                <c:pt idx="18">
                  <c:v>-0.6691306063588582</c:v>
                </c:pt>
                <c:pt idx="19">
                  <c:v>-0.7771459614569708</c:v>
                </c:pt>
                <c:pt idx="20">
                  <c:v>-0.8660254037844385</c:v>
                </c:pt>
                <c:pt idx="21">
                  <c:v>-0.9335804264972015</c:v>
                </c:pt>
                <c:pt idx="22">
                  <c:v>-0.9781476007338056</c:v>
                </c:pt>
                <c:pt idx="23">
                  <c:v>-0.9986295347545735</c:v>
                </c:pt>
                <c:pt idx="24">
                  <c:v>-0.9945218953682731</c:v>
                </c:pt>
                <c:pt idx="25">
                  <c:v>-0.965925826289068</c:v>
                </c:pt>
                <c:pt idx="26">
                  <c:v>-0.9135454576426006</c:v>
                </c:pt>
                <c:pt idx="27">
                  <c:v>-0.8386705679454238</c:v>
                </c:pt>
                <c:pt idx="28">
                  <c:v>-0.743144825477394</c:v>
                </c:pt>
                <c:pt idx="29">
                  <c:v>-0.6293203910498373</c:v>
                </c:pt>
                <c:pt idx="30">
                  <c:v>-0.4999999999999999</c:v>
                </c:pt>
                <c:pt idx="31">
                  <c:v>-0.35836794954530016</c:v>
                </c:pt>
                <c:pt idx="32">
                  <c:v>-0.2079116908177593</c:v>
                </c:pt>
                <c:pt idx="33">
                  <c:v>-0.05233595624294396</c:v>
                </c:pt>
                <c:pt idx="34">
                  <c:v>0.10452846326765342</c:v>
                </c:pt>
                <c:pt idx="35">
                  <c:v>0.25881904510252063</c:v>
                </c:pt>
                <c:pt idx="36">
                  <c:v>0.40673664307580004</c:v>
                </c:pt>
                <c:pt idx="37">
                  <c:v>0.5446390350150269</c:v>
                </c:pt>
                <c:pt idx="38">
                  <c:v>0.669130606358858</c:v>
                </c:pt>
                <c:pt idx="39">
                  <c:v>0.7771459614569707</c:v>
                </c:pt>
                <c:pt idx="40">
                  <c:v>0.8660254037844384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-2"/>
        </c:scaling>
        <c:delete val="0"/>
        <c:axPos val="l"/>
        <c:majorGridlines>
          <c:spPr>
            <a:ln w="12700" cap="flat">
              <a:solidFill>
                <a:srgbClr val="D2D6D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AF8F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500">      </a:defRPr>
          </a:pPr>
          <a:endParaRPr lang="en-US"/>
        </a:p>
      </c:txPr>
    </c:legend>
    <c:plotVisOnly val="1"/>
    <c:dispBlanksAs val="span"/>
  </c:chart>
  <c:spPr>
    <a:solidFill>
      <a:srgbClr val="FAF8F2"/>
    </a:solidFill>
    <a:ln w="12700" cap="flat">
      <a:solidFill>
        <a:srgbClr val="FAF8F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 answer: some speech components can be reduced while enough residual remains audible. This deck is explanatory, not a new product test. Source: https://helpguide.sony.net/mdr/wh1000xm5/v1/en/contents/TP1000534745.html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schematic, not anatomy. Both sound pressures must match at the target after their acoustic paths. ANC-off leaves passive isolation present. https://www.iks.rwth-aachen.de/forschung/audio/active-noise-control/ https://arxiv.org/html/2509.15864v1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Causal build 1/3: slides 3–5 preserve chart bounds and geometry for click-through state animation. No page-fade effect and no timed OOXML animation claimed. Native chart data are editable. The 60-degree error is illustrative, not a headphone measurement. From residual sqrt(1+g²−2g cos(delta)); g=1 and delta=60 degrees give residual=1. https://www.iks.rwth-aachen.de/forschung/audio/active-noise-control/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Causal build 2/3: slides 3–5 preserve chart bounds and geometry for click-through state animation. No page-fade effect and no timed OOXML animation claimed. Native chart data are editable. The 60-degree error is illustrative, not a headphone measurement. From residual sqrt(1+g²−2g cos(delta)); g=1 and delta=60 degrees give residual=1. https://www.iks.rwth-aachen.de/forschung/audio/active-noise-control/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Causal build 3/3: slides 3–5 preserve chart bounds and geometry for click-through state animation. No page-fade effect and no timed OOXML animation claimed. Native chart data are editable. The 60-degree error is illustrative, not a headphone measurement. From residual sqrt(1+g²−2g cos(delta)); g=1 and delta=60 degrees give residual=1. https://www.iks.rwth-aachen.de/forschung/audio/active-noise-control/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has components affected differently by the combined response. Some can be reduced while others remain audible. Own-voice occlusion is a counterexample to inherent impossibility, not external speech cancellation evidence. No intelligibility experiment. https://www.iks.rwth-aachen.de/forschung/audio/active-noise-control/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comparison procedure is a reasoned suggestion, not a newly performed experiment. Apple: https://support.apple.com/en-us/108918 Sony: https://helpguide.sony.net/mdr/wh1000xm5/v1/en/contents/TP1000534745.html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Selected-section reading only; original authors historical feedback-controller prototype measurements. No full methods audit, dataset download, stock-product benchmark or new test. The manuscript identifies JAES 2024 publication; v1 posted 2025. https://arxiv.org/html/2509.15864v1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source URLs: https://www.iks.rwth-aachen.de/forschung/audio/active-noise-control/ https://arxiv.org/html/2509.15864v1 https://helpguide.sony.net/mdr/wh1000xm5/v1/en/contents/TP1000534745.html https://support.apple.com/en-us/108918 Research identity: research-35e241ed-4bfb-4105-86bc-be6b9f0c454b. Source-authoring only; actual presentation rendering and representative native edits have not been observed.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helpguide.sony.net/mdr/wh1000xm5/v1/en/contents/TP1000534745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html/2509.15864v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ks.rwth-aachen.de/forschung/audio/active-noise-control/" TargetMode="External"/><Relationship Id="rId1" Type="http://schemas.openxmlformats.org/officeDocument/2006/relationships/chart" Target="/ppt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ks.rwth-aachen.de/forschung/audio/active-noise-control/" TargetMode="External"/><Relationship Id="rId1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ks.rwth-aachen.de/forschung/audio/active-noise-control/" TargetMode="External"/><Relationship Id="rId1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ks.rwth-aachen.de/forschung/audio/active-noise-control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support.apple.com/en-us/1089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html/2509.15864v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ks.rwth-aachen.de/forschung/audio/active-noise-control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aircraft rumble fades,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 voices remain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reduces pressure at your ear.</a:t>
            </a:r>
            <a:endParaRPr lang="en-US" sz="2900" dirty="0"/>
          </a:p>
          <a:p>
            <a:pPr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 not mute a category called “noise”.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595360" y="2057400"/>
            <a:ext cx="2194560" cy="2194560"/>
          </a:xfrm>
          <a:prstGeom prst="ellipse">
            <a:avLst/>
          </a:prstGeom>
          <a:solidFill>
            <a:srgbClr val="FAF8F2"/>
          </a:solidFill>
          <a:ln w="12700">
            <a:solidFill>
              <a:srgbClr val="FAF8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27614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132320" y="3154680"/>
            <a:ext cx="1280160" cy="0"/>
          </a:xfrm>
          <a:prstGeom prst="line">
            <a:avLst/>
          </a:prstGeom>
          <a:noFill/>
          <a:ln w="25400">
            <a:solidFill>
              <a:srgbClr val="B45B2A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498080" y="46177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remains?</a:t>
            </a:r>
            <a:endParaRPr lang="en-US" sz="26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Sony WH-1000XM5 guide · useful product observation, not a physical ban on cancelling speech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ear receives two pressure contributions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069080" y="2103120"/>
            <a:ext cx="137160" cy="2468880"/>
          </a:xfrm>
          <a:prstGeom prst="rect">
            <a:avLst/>
          </a:prstGeom>
          <a:solidFill>
            <a:srgbClr val="D2D6D7"/>
          </a:solidFill>
          <a:ln w="12700">
            <a:solidFill>
              <a:srgbClr val="D2D6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Outside noise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7132320" cy="0"/>
          </a:xfrm>
          <a:prstGeom prst="line">
            <a:avLst/>
          </a:prstGeom>
          <a:noFill/>
          <a:ln w="25400">
            <a:solidFill>
              <a:srgbClr val="293238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barrier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→ controller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840480" y="4251960"/>
            <a:ext cx="960120" cy="0"/>
          </a:xfrm>
          <a:prstGeom prst="line">
            <a:avLst/>
          </a:prstGeom>
          <a:noFill/>
          <a:ln w="25400">
            <a:solidFill>
              <a:srgbClr val="B45B2A"/>
            </a:solidFill>
            <a:prstDash val="dash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983480" y="3931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B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Speaker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flipV="1">
            <a:off x="6583680" y="3200400"/>
            <a:ext cx="1508760" cy="822960"/>
          </a:xfrm>
          <a:prstGeom prst="line">
            <a:avLst/>
          </a:prstGeom>
          <a:noFill/>
          <a:ln w="25400">
            <a:solidFill>
              <a:srgbClr val="B45B2A"/>
            </a:solidFill>
            <a:prstDash val="dash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138160" y="2194560"/>
            <a:ext cx="2103120" cy="2103120"/>
          </a:xfrm>
          <a:prstGeom prst="ellipse">
            <a:avLst/>
          </a:prstGeom>
          <a:solidFill>
            <a:srgbClr val="FAF8F2"/>
          </a:solidFill>
          <a:ln w="25400">
            <a:solidFill>
              <a:srgbClr val="2932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9328" y="2734056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pressure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31520" y="1463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Passive: changes 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Active: adds pressure after a second path.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54406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Solid = incoming pressure     Dashed = control path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" y="57790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Often: passive isolation helps higher bands; active control helps lower bands.</a:t>
            </a:r>
            <a:endParaRPr lang="en-US" sz="1700" dirty="0"/>
          </a:p>
        </p:txBody>
      </p:sp>
      <p:sp>
        <p:nvSpPr>
          <p:cNvPr id="17" name="Text 15">
            <a:hlinkClick r:id="rId1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RWTH IKS: Principle · Hilgemann et al. §2: internal microphone is only an approximation to the eardrum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First: noise alone leaves a residual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1691640"/>
          <a:ext cx="75438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41080" y="205740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control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Residual = incoming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77240" y="52303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Normalized pressure · ideal single tone · identical target position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5623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to add the control pressure at the same coordinates.</a:t>
            </a:r>
            <a:endParaRPr lang="en-US" sz="20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Analytical teaching model, not measured performance · RWTH IKS: phase and path matching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Then: opposite pressure reduces the sum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1691640"/>
          <a:ext cx="75438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41080" y="205740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Equal amplitude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Opposite phase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Residual = zero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77240" y="52303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Normalized pressure · ideal single tone · identical target position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5623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Matching must hold after both acoustic paths reach the ear.</a:t>
            </a:r>
            <a:endParaRPr lang="en-US" sz="20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Analytical teaching model, not measured performance · RWTH IKS: phase and path matching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the phase: the residual grows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1691640"/>
          <a:ext cx="75438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41080" y="205740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Equal amplitude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60° phase error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Residual = 1 × incoming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77240" y="52303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Normalized pressure · ideal single tone · identical target position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5623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time error takes more phase at a higher frequency.</a:t>
            </a:r>
            <a:endParaRPr lang="en-US" sz="20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Analytical teaching model, not measured performance · RWTH IKS: phase and path matching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is not immune to cancellation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847088"/>
            <a:ext cx="5074920" cy="3474720"/>
          </a:xfrm>
          <a:prstGeom prst="rect">
            <a:avLst/>
          </a:prstGeom>
          <a:solidFill>
            <a:srgbClr val="EBE7DD"/>
          </a:solidFill>
          <a:ln w="12700">
            <a:solidFill>
              <a:srgbClr val="EBE7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2140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tempting shortcut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97180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“Voices remain,</a:t>
            </a:r>
            <a:endParaRPr lang="en-US" sz="3100" dirty="0"/>
          </a:p>
          <a:p>
            <a:pPr indent="0" marL="0">
              <a:buNone/>
            </a:pPr>
            <a:r>
              <a:rPr lang="en-US" sz="31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voices cannot</a:t>
            </a:r>
            <a:endParaRPr lang="en-US" sz="3100" dirty="0"/>
          </a:p>
          <a:p>
            <a:pPr indent="0" marL="0">
              <a:buNone/>
            </a:pPr>
            <a:r>
              <a:rPr lang="en-US" sz="31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 cancelled.”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400800" y="21488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B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counterexample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0" y="2926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control can reduce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low-frequency own-voice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occlusion in a closed ear canal.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400800" y="46177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not a promise to erase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another person’s whole voice.</a:t>
            </a:r>
            <a:endParaRPr lang="en-US" sz="20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RWTH IKS: Applications — Occlusion Effect Reduction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blaming the voice, check the conditions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45B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874520" y="1783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977640" y="1783080"/>
            <a:ext cx="6995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Transparency lets outside sound in.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modes can change the balance.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45B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74520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977640" y="3063240"/>
            <a:ext cx="6995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 and ear position change the paths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controller must handle.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22960" y="4343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45B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874520" y="4343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977640" y="4343400"/>
            <a:ext cx="6995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ANC on/off without moving the fit.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Removing the headset changes two things.</a:t>
            </a:r>
            <a:endParaRPr lang="en-US" sz="23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Apple listening modes · Sony WH-1000XM5 guide · model-specific behavior, not identical settings on every device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clean diagram is not a measured ear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B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IDEAL MODEL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sinusoid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target position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Linear pressure addition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212080" y="3337560"/>
            <a:ext cx="1325880" cy="0"/>
          </a:xfrm>
          <a:prstGeom prst="line">
            <a:avLst/>
          </a:prstGeom>
          <a:noFill/>
          <a:ln w="25400">
            <a:solidFill>
              <a:srgbClr val="58636B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6903720" y="17373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B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SYSTEM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03720" y="2560320"/>
            <a:ext cx="4526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Fit-dependent paths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Finite control bandwidth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Stability and sensor limits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22960" y="48463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Published prototype results vary with wearer and fit.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They do not predict decibels or speech understanding on your flight.</a:t>
            </a:r>
            <a:endParaRPr lang="en-US" sz="24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5863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Hilgemann, Chatzimoustafa &amp; Jax · arXiv 2509.15864v1 · selected §§2 and 6.3, not a new test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what remains at the ear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972800" y="63367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1060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Rumble can fall more than speech.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Audible speech can still be attenuated.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2468880" cy="822960"/>
          </a:xfrm>
          <a:prstGeom prst="rect">
            <a:avLst/>
          </a:prstGeom>
          <a:solidFill>
            <a:srgbClr val="FAF8F2"/>
          </a:solidFill>
          <a:ln w="12700">
            <a:solidFill>
              <a:srgbClr val="FAF8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409651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75888" y="3931920"/>
            <a:ext cx="2468880" cy="822960"/>
          </a:xfrm>
          <a:prstGeom prst="rect">
            <a:avLst/>
          </a:prstGeom>
          <a:solidFill>
            <a:srgbClr val="FAF8F2"/>
          </a:solidFill>
          <a:ln w="12700">
            <a:solidFill>
              <a:srgbClr val="FAF8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409651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528816" y="3931920"/>
            <a:ext cx="2468880" cy="822960"/>
          </a:xfrm>
          <a:prstGeom prst="rect">
            <a:avLst/>
          </a:prstGeom>
          <a:solidFill>
            <a:srgbClr val="FAF8F2"/>
          </a:solidFill>
          <a:ln w="12700">
            <a:solidFill>
              <a:srgbClr val="FAF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47688" y="409651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81744" y="3931920"/>
            <a:ext cx="2468880" cy="822960"/>
          </a:xfrm>
          <a:prstGeom prst="rect">
            <a:avLst/>
          </a:prstGeom>
          <a:solidFill>
            <a:srgbClr val="FAF8F2"/>
          </a:solidFill>
          <a:ln w="12700">
            <a:solidFill>
              <a:srgbClr val="FAF8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0616" y="409651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932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speech-immunity rule. No universal frequency wall.</a:t>
            </a:r>
            <a:endParaRPr lang="en-US" sz="27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59436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Sources: RWTH IKS · Sony Help Guide · Apple Support · Hilgemann et al. (links in slide notes)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ANC quiets aircraft rumble but leaves voices</dc:title>
  <dc:subject>Pressure superposition, timing and residual speech</dc:subject>
  <dc:creator>ANC explanation</dc:creator>
  <cp:lastModifiedBy>ANC explanation</cp:lastModifiedBy>
  <cp:revision>1</cp:revision>
  <dcterms:created xsi:type="dcterms:W3CDTF">2026-09-16T05:06:55Z</dcterms:created>
  <dcterms:modified xsi:type="dcterms:W3CDTF">2026-09-16T05:06:55Z</dcterms:modified>
</cp:coreProperties>
</file>