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448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主动降噪在耳边加入控制声压，抵消部分传入波动。理想的完全抵消才要求目标位置等幅反相；部分减弱不要求幅度完全相等。它不是飞机与人声的分类器。
讲解重点：先区分对象与表示，再沿图中的关系解释变化。研究日期与版本沿用封存档案。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外界噪声和扬声器发出的声音经过不同传播路径。控制器需要考虑最后到达耳边的声压，而不只是把外部麦克风读数翻转符号。
材料支持：c-pressure
RWTH IKS · active noise control: https://www.iks.rwth-aachen.de/forschung/audio/active-noise-control/
Sony · noise-cancelling function: https://helpguide.sony.net/mdr/wh1000xm5/v1/en/contents/TP1000534745.html
Hilgemann et al. · prototype and wearing conditions: https://arxiv.org/html/2509.15864v1
Apple · listening modes: https://support.apple.com/en-us/108918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假定未补偿的时间误差为 0.10 ms，100 Hz 的相位误差为 3.6°，1,000 Hz 则为 36°。这是单频解析示例，不是耳机实测，更不是所有耳机的统一失效频率。
材料支持：c-delay
RWTH IKS · active noise control: https://www.iks.rwth-aachen.de/forschung/audio/active-noise-control/
Sony · noise-cancelling function: https://helpguide.sony.net/mdr/wh1000xm5/v1/en/contents/TP1000534745.html
Hilgemann et al. · prototype and wearing conditions: https://arxiv.org/html/2509.15864v1
Apple · listening modes: https://support.apple.com/en-us/108918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被动隔音改变声音传入的路径，主动控制则加入另一股声压。关闭 ANC 后，耳罩或耳塞的物理屏障仍在；摘下耳机则同时改变了两者。
材料支持：c-passive
RWTH IKS · active noise control: https://www.iks.rwth-aachen.de/forschung/audio/active-noise-control/
Sony · noise-cancelling function: https://helpguide.sony.net/mdr/wh1000xm5/v1/en/contents/TP1000534745.html
Hilgemann et al. · prototype and wearing conditions: https://arxiv.org/html/2509.15864v1
Apple · listening modes: https://support.apple.com/en-us/108918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语音包含多个频率成分，一部分可能被削弱，另一部分仍然残留。还能辨认出说话，不代表语音完全未衰减，也不能据此认定语音声压被放大。
材料支持：c-speech
RWTH IKS · active noise control: https://www.iks.rwth-aachen.de/forschung/audio/active-noise-control/
Sony · noise-cancelling function: https://helpguide.sony.net/mdr/wh1000xm5/v1/en/contents/TP1000534745.html
Hilgemann et al. · prototype and wearing conditions: https://arxiv.org/html/2509.15864v1
Apple · listening modes: https://support.apple.com/en-us/108918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密封泄漏会改变声学路径。通透模式主动引入环境声，自适应模式也可能改变行为。比较 ANC 开关时，应尽量保持佩戴和声源一致；这是比较建议，并非此处执行的测试。
材料支持：c-modes, c-measure
RWTH IKS · active noise control: https://www.iks.rwth-aachen.de/forschung/audio/active-noise-control/
Sony · noise-cancelling function: https://helpguide.sony.net/mdr/wh1000xm5/v1/en/contents/TP1000534745.html
Hilgemann et al. · prototype and wearing conditions: https://arxiv.org/html/2509.15864v1
Apple · listening modes: https://support.apple.com/en-us/108918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用一个条件不同的新情形检查自己的解释，但本作品没有执行真人理解测试。
RWTH IKS · active noise control: https://www.iks.rwth-aachen.de/forschung/audio/active-noise-control/
Sony · noise-cancelling function: https://helpguide.sony.net/mdr/wh1000xm5/v1/en/contents/TP1000534745.html
Hilgemann et al. · prototype and wearing conditions: https://arxiv.org/html/2509.15864v1
Apple · listening modes: https://support.apple.com/en-us/108918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降噪耳机为什么仍能听见人声？ </a:t>
            </a:r>
            <a:r>
              <a:rPr lang="en-US" altLang="zh-CN" sz="3000" b="1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</a:t>
            </a:r>
            <a:r>
              <a:rPr lang="en-US" sz="3000" b="1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 probe]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研究快照：2026-09-16 / 17；本作品不冒充新实测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主动降噪在耳边加入控制声压，抵消部分传入波动。理想的完全抵消才要求目标位置等幅反相；部分减弱不要求幅度完全相等。它不是飞机与人声的分类器。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3136392"/>
            <a:ext cx="28163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传入声压 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114800" y="3063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754880" y="306324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1184" y="3136392"/>
            <a:ext cx="28163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控制声压 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046720" y="3063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8686800" y="3063240"/>
            <a:ext cx="256032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33104" y="3136392"/>
            <a:ext cx="22677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残余 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42519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同一时刻、同一耳边目标位置；不是让整个空间静音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同一目标位置的理想声压模型；不是实测分贝、感知响度，也不能预测具体耳机的表现。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两条路径，在同一个位置相加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RWTH IKS / Sony / Hilgemann et al. / Apple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外界噪声和扬声器发出的声音经过不同传播路径。控制器需要考虑最后到达耳边的声压，而不只是把外部麦克风读数翻转符号。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3136392"/>
            <a:ext cx="28163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传入声压 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114800" y="3063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754880" y="306324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1184" y="3136392"/>
            <a:ext cx="28163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控制声压 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046720" y="3063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8686800" y="3063240"/>
            <a:ext cx="256032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33104" y="3136392"/>
            <a:ext cx="22677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残余 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42519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同一时刻、同一耳边目标位置；不是让整个空间静音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同一目标位置的理想声压模型；不是实测分贝、感知响度，也不能预测具体耳机的表现。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同样的时间误差，在高频中占更大一圈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RWTH IKS / Sony / Hilgemann et al. / Apple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假定未补偿的时间误差为 0.10 ms，100 Hz 的相位误差为 3.6°，1,000 Hz 则为 36°。这是单频解析示例，不是耳机实测，更不是所有耳机的统一失效频率。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65760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953512"/>
            <a:ext cx="33649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假定误差：0.10 ms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852160" y="288036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98464" y="2953512"/>
            <a:ext cx="50109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Hz → 3.6°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852160" y="393192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98464" y="4005072"/>
            <a:ext cx="50109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1,000 Hz → 36°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663440" y="3273552"/>
            <a:ext cx="96012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3273552"/>
            <a:ext cx="0" cy="1042416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4315968"/>
            <a:ext cx="50292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22960" y="39776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频率越高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误差占周期的比例越大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同一目标位置的理想声压模型；不是实测分贝、感知响度，也不能预测具体耳机的表现。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密封改变传声，主动控制加入声压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RWTH IKS / Sony / Hilgemann et al. / Apple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被动隔音改变声音传入的路径，主动控制则加入另一股声压。关闭 ANC 后，耳罩或耳塞的物理屏障仍在；摘下耳机则同时改变了两者。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3090672"/>
            <a:ext cx="16276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外界声音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788920" y="3401568"/>
            <a:ext cx="59436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301752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3090672"/>
            <a:ext cx="24505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密封／屏障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309360" y="3401568"/>
            <a:ext cx="59436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95160" y="3017520"/>
            <a:ext cx="429768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41464" y="3090672"/>
            <a:ext cx="40050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到达耳边的声压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3474720" y="416052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1024" y="4233672"/>
            <a:ext cx="24505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扬声器控制声压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675120" y="3401568"/>
            <a:ext cx="0" cy="1152144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4553712"/>
            <a:ext cx="36576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995160" y="41605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两路声压在目标位置叠加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同一目标位置的理想声压模型；不是实测分贝、感知响度，也不能预测具体耳机的表现。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部分减弱，并不等于听不见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RWTH IKS / Sony / Hilgemann et al. / Apple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语音包含多个频率成分，一部分可能被削弱，另一部分仍然残留。还能辨认出说话，不代表语音完全未衰减，也不能据此认定语音声压被放大。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336947"/>
              </p:ext>
            </p:extLst>
          </p:nvPr>
        </p:nvGraphicFramePr>
        <p:xfrm>
          <a:off x="731520" y="2971800"/>
          <a:ext cx="10698480" cy="914400"/>
        </p:xfrm>
        <a:graphic>
          <a:graphicData uri="http://schemas.openxmlformats.org/drawingml/2006/table">
            <a:tbl>
              <a:tblPr/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90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不能推出 </a:t>
                      </a:r>
                      <a:r>
                        <a:rPr lang="en-US" altLang="zh-CN" sz="190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</a:t>
                      </a:r>
                      <a:r>
                        <a:rPr lang="en-US" sz="190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edit probe]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可以支持的解释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仍能听见 → 完全未衰减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部分成分减弱，残余仍可听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人声更突出 → 声压被放大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其他声音减弱得更多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人声 → 天生不可抵消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控制效果取决于成分与路径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同一目标位置的理想声压模型；不是实测分贝、感知响度，也不能预测具体耳机的表现。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佩戴与模式也会改变结果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RWTH IKS / Sony / Hilgemann et al. / Apple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密封泄漏会改变声学路径。通透模式主动引入环境声，自适应模式也可能改变行为。比较 ANC 开关时，应尽量保持佩戴和声源一致；这是比较建议，并非此处执行的测试。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71800"/>
          <a:ext cx="10698480" cy="914400"/>
        </p:xfrm>
        <a:graphic>
          <a:graphicData uri="http://schemas.openxmlformats.org/drawingml/2006/table">
            <a:tbl>
              <a:tblPr/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比较变量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为什么要注意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佩戴与密封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改变传入与受控声学路径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ANC／通透／自适应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模式目标和实际行为不同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型号与声场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理想模型不提供个人衰减量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同一目标位置的理想声压模型；不是实测分贝、感知响度，也不能预测具体耳机的表现。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回到最初的问题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完整依据与来源范围见同目录 research/report.md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主动降噪在耳边加入控制声压，抵消部分传入波动。理想的完全抵消才要求目标位置等幅反相；部分减弱不要求幅度完全相等。它不是飞机与人声的分类器。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1060704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3090672"/>
            <a:ext cx="103144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沿着声压的路径看，而不是按声音类别判断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同一目标位置的理想声压模型；不是实测分贝、感知响度，也不能预测具体耳机的表现。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5303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来源：RWTH IKS；Sony；Hilgemann et al.；Apple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994</Words>
  <Application>Microsoft Office PowerPoint</Application>
  <PresentationFormat>Widescreen</PresentationFormat>
  <Paragraphs>89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Microsoft YaHei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降噪耳机为什么仍能听见人声？</dc:title>
  <dc:subject>降噪耳机为什么仍能听见人声？</dc:subject>
  <dc:creator>Aha</dc:creator>
  <cp:lastModifiedBy>Yue Sun</cp:lastModifiedBy>
  <cp:revision>2</cp:revision>
  <dcterms:created xsi:type="dcterms:W3CDTF">2026-09-22T09:46:51Z</dcterms:created>
  <dcterms:modified xsi:type="dcterms:W3CDTF">2026-09-22T09:48:26Z</dcterms:modified>
</cp:coreProperties>
</file>