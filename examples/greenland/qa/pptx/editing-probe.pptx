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面积</c:v>
                </c:pt>
              </c:strCache>
            </c:strRef>
          </c:tx>
          <c:spPr>
            <a:solidFill>
              <a:srgbClr val="B11F4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格陵兰</c:v>
                </c:pt>
                <c:pt idx="1">
                  <c:v>非洲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3.166086</c:v>
                </c:pt>
                <c:pt idx="1">
                  <c:v>30.364999999999998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3B-48F1-AD3D-0EAB4C78B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面积</c:v>
                </c:pt>
              </c:strCache>
            </c:strRef>
          </c:tx>
          <c:spPr>
            <a:solidFill>
              <a:srgbClr val="B11F4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格陵兰</c:v>
                </c:pt>
                <c:pt idx="1">
                  <c:v>非洲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2.166086</c:v>
                </c:pt>
                <c:pt idx="1">
                  <c:v>30.364999999999998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0F-469A-B531-0908D6507A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42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按引用的面积统计，非洲约为格陵兰的 14 倍。墨卡托地图越靠近两极放大越严重，因此看轮廓容易误判面积比例。
讲解重点：先区分对象与表示，再沿图中的关系解释变化。研究日期与版本沿用封存档案。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引用资料给出格陵兰 2,166,086 km²、非洲约 30,365,000 km²。它们支持约 14 倍的比较，而非轮廓装箱；本次研究未核验格陵兰官方 PDF 的正文。
材料支持：c-area
PROJ · spherical Mercator equations: https://raw.githubusercontent.com/OSGeo/PROJ/9.9/docs/source/operations/projections/merc.rst
Britannica · Africa: https://www.britannica.com/place/Africa
IndexMundi · Greenland area (2021 source page): https://www.indexmundi.com/greenland/area.html
Esri · Mercator properties: https://pro.arcgis.com/en/pro-app/3.6/help/mapping/properties/mercator.htm
Natural Earth · public-domain boundaries: https://www.naturalearthdata.com/about/terms-of-use/
Esri · Equal Earth: https://doc.esri.com/en/arcgis-pro/latest/help/mapping/properties/equal-earth.html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球面上的经线向两极汇聚，墨卡托图上的经线却始终等距，因此高纬地区东西方向被放大。为了保持局部角度，南北方向也要按相同的局部倍率拉伸。
材料支持：c-bridge, c-cause
PROJ · spherical Mercator equations: https://raw.githubusercontent.com/OSGeo/PROJ/9.9/docs/source/operations/projections/merc.rst
Britannica · Africa: https://www.britannica.com/place/Africa
IndexMundi · Greenland area (2021 source page): https://www.indexmundi.com/greenland/area.html
Esri · Mercator properties: https://pro.arcgis.com/en/pro-app/3.6/help/mapping/properties/mercator.htm
Natural Earth · public-domain boundaries: https://www.naturalearthdata.com/about/terms-of-use/
Esri · Equal Earth: https://doc.esri.com/en/arcgis-pro/latest/help/mapping/properties/equal-earth.html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以赤道比例为 1 的球面墨卡托为例，微小区域的线性倍率是纬度余弦的倒数，面积倍率是其平方。格陵兰跨越多个纬度，不能把局部四倍当成整国倍率。
材料支持：c-scale
PROJ · spherical Mercator equations: https://raw.githubusercontent.com/OSGeo/PROJ/9.9/docs/source/operations/projections/merc.rst
Britannica · Africa: https://www.britannica.com/place/Africa
IndexMundi · Greenland area (2021 source page): https://www.indexmundi.com/greenland/area.html
Esri · Mercator properties: https://pro.arcgis.com/en/pro-app/3.6/help/mapping/properties/mercator.htm
Natural Earth · public-domain boundaries: https://www.naturalearthdata.com/about/terms-of-use/
Esri · Equal Earth: https://doc.esri.com/en/arcgis-pro/latest/help/mapping/properties/equal-earth.html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对边界的所有顶点施加同一个三维旋转：球面面积保持不变，固定墨卡托图上的轮廓却会改变。Natural Earth 1:1.1 亿边界是公共领域概化数据，不是精密测量。
材料支持：c-motion, c-resource
PROJ · spherical Mercator equations: https://raw.githubusercontent.com/OSGeo/PROJ/9.9/docs/source/operations/projections/merc.rst
Britannica · Africa: https://www.britannica.com/place/Africa
IndexMundi · Greenland area (2021 source page): https://www.indexmundi.com/greenland/area.html
Esri · Mercator properties: https://pro.arcgis.com/en/pro-app/3.6/help/mapping/properties/mercator.htm
Natural Earth · public-domain boundaries: https://www.naturalearthdata.com/about/terms-of-use/
Esri · Equal Earth: https://doc.esri.com/en/arcgis-pro/latest/help/mapping/properties/equal-earth.html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墨卡托保留局部角度，把恒定罗盘航向的恒向线画成直线，但它通常不是最短路线；两极在无穷远，有限地图必须裁切。Equal Earth 保面积比例，却不保所有形状、角度和距离。
材料支持：c-navigation, c-poles, c-equal
PROJ · spherical Mercator equations: https://raw.githubusercontent.com/OSGeo/PROJ/9.9/docs/source/operations/projections/merc.rst
Britannica · Africa: https://www.britannica.com/place/Africa
IndexMundi · Greenland area (2021 source page): https://www.indexmundi.com/greenland/area.html
Esri · Mercator properties: https://pro.arcgis.com/en/pro-app/3.6/help/mapping/properties/mercator.htm
Natural Earth · public-domain boundaries: https://www.naturalearthdata.com/about/terms-of-use/
Esri · Equal Earth: https://doc.esri.com/en/arcgis-pro/latest/help/mapping/properties/equal-earth.html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用一个条件不同的新情形检查自己的解释，但本作品没有执行真人理解测试。
PROJ · spherical Mercator equations: https://raw.githubusercontent.com/OSGeo/PROJ/9.9/docs/source/operations/projections/merc.rst
Britannica · Africa: https://www.britannica.com/place/Africa
IndexMundi · Greenland area (2021 source page): https://www.indexmundi.com/greenland/area.html
Esri · Mercator properties: https://pro.arcgis.com/en/pro-app/3.6/help/mapping/properties/mercator.htm
Natural Earth · public-domain boundaries: https://www.naturalearthdata.com/about/terms-of-use/
Esri · Equal Earth: https://doc.esri.com/en/arcgis-pro/latest/help/mapping/properties/equal-earth.html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墨卡托地图为什么把格陵兰放大了？ </a:t>
            </a:r>
            <a:r>
              <a:rPr lang="en-US" altLang="zh-CN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r>
              <a:rPr 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 probe]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研究快照：2026-09-16 / 17；本作品不冒充新实测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按引用的面积统计，非洲约为格陵兰的 14 倍。墨卡托地图越靠近两极放大越严重，因此看轮廓容易误判面积比例。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面积／百万平方千米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500283307"/>
              </p:ext>
            </p:extLst>
          </p:nvPr>
        </p:nvGraphicFramePr>
        <p:xfrm>
          <a:off x="777240" y="2743200"/>
          <a:ext cx="7315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45820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11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14 倍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458200" y="4069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统计面积比较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不是轮廓装箱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14 倍，不是装进 14 个轮廓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/ Britannica / IndexMundi / Esri / Natural Earth / Esri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引用资料给出格陵兰 2,166,086 km²、非洲约 30,365,000 km²。它们支持约 14 倍的比较，而非轮廓装箱；本次研究未核验格陵兰官方 PDF 的正文。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面积／百万平方千米</a:t>
            </a:r>
            <a:endParaRPr lang="en-US" sz="1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77240" y="2743200"/>
          <a:ext cx="7315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458200" y="3108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11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14 倍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458200" y="4069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统计面积比较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不是轮廓装箱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同样的经度间隔，不是同样的地面距离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/ Britannica / IndexMundi / Esri / Natural Earth / Esri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球面上的经线向两极汇聚，墨卡托图上的经线却始终等距，因此高纬地区东西方向被放大。为了保持局部角度，南北方向也要按相同的局部倍率拉伸。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4389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99232"/>
            <a:ext cx="40965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球面：经线汇聚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92240" y="2926080"/>
            <a:ext cx="46634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8544" y="2999232"/>
            <a:ext cx="43708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墨卡托：经线等距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394960" y="3310128"/>
            <a:ext cx="86868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同样经度差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高纬地面距离更短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675120" y="4023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东西拉伸更多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南北同倍率以保局部角度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60° 附近：两方向各两倍，面积四倍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/ Britannica / IndexMundi / Esri / Natural Earth / Esri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以赤道比例为 1 的球面墨卡托为例，微小区域的线性倍率是纬度余弦的倒数，面积倍率是其平方。格陵兰跨越多个纬度，不能把局部四倍当成整国倍率。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3337560"/>
            <a:ext cx="960120" cy="96012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赤道：1 × 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3822192"/>
            <a:ext cx="118872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0" y="2834640"/>
            <a:ext cx="1920240" cy="1920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4892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60°：2 ×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11F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局部面积 4 倍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在球面上移动土地，而不是缩小图片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/ Britannica / IndexMundi / Esri / Natural Earth / Esri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对边界的所有顶点施加同一个三维旋转：球面面积保持不变，固定墨卡托图上的轮廓却会改变。Natural Earth 1:1.1 亿边界是公共领域概化数据，不是精密测量。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044952"/>
            <a:ext cx="39136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同一个球面区域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212080" y="3355848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09360" y="2971800"/>
            <a:ext cx="484632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3044952"/>
            <a:ext cx="45537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统一三维旋转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697521"/>
              </p:ext>
            </p:extLst>
          </p:nvPr>
        </p:nvGraphicFramePr>
        <p:xfrm>
          <a:off x="822960" y="4069080"/>
          <a:ext cx="10332720" cy="914400"/>
        </p:xfrm>
        <a:graphic>
          <a:graphicData uri="http://schemas.openxmlformats.org/drawingml/2006/table">
            <a:tbl>
              <a:tblPr/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保持不变 </a:t>
                      </a:r>
                      <a:r>
                        <a:rPr lang="en-US" altLang="zh-CN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</a:t>
                      </a:r>
                      <a:r>
                        <a:rPr 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edit probe]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重新投影后改变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球面土地面积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固定墨卡托图上的面积与轮廓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先问地图要保留什么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/ Britannica / IndexMundi / Esri / Natural Earth / Esri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墨卡托保留局部角度，把恒定罗盘航向的恒向线画成直线，但它通常不是最短路线；两极在无穷远，有限地图必须裁切。Equal Earth 保面积比例，却不保所有形状、角度和距离。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97180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投影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保留的性质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不能据此保证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普通墨卡托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局部角度；恒向线为直线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面积；最短路线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Equal Earth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区域面积比例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所有形状、角度、距离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回到最初的问题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完整依据与来源范围见同目录 research/report.md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按引用的面积统计，非洲约为格陵兰的 14 倍。墨卡托地图越靠近两极放大越严重，因此看轮廓容易误判面积比例。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6070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0314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把土地面积与地图上的面积分开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球面墨卡托；局部倍率不是整国倍率。概化边界的计算面积不替代统计面积。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来源：PROJ；Britannica；IndexMundi；Esri；Natural Earth；Esri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1357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墨卡托地图为什么把格陵兰放大了？</dc:title>
  <dc:subject>墨卡托地图为什么把格陵兰放大了？</dc:subject>
  <dc:creator>Aha</dc:creator>
  <cp:lastModifiedBy>Yue Sun</cp:lastModifiedBy>
  <cp:revision>2</cp:revision>
  <dcterms:created xsi:type="dcterms:W3CDTF">2026-09-22T09:46:59Z</dcterms:created>
  <dcterms:modified xsi:type="dcterms:W3CDTF">2026-09-22T09:48:35Z</dcterms:modified>
</cp:coreProperties>
</file>