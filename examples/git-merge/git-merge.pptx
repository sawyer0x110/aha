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readers who know commits and branches. This presentation is a static-source, primary-document-based explanation, not a new Git experiment. The central example is an ordinary committed revert after both branches independently changed the same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is the best common ancestor in this illustrative graph, not the current ours state. The source merge_ort_internal, lines 5303–5450, obtains bases and supplies three trees. Multiple bases are combined by ort. Historical traversal and tree comparison must not be conflated.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progressive-build sequence starts here. In slide-show mode, advance to slide 4: the on token moves from the theirs column to the result column; matching geometry keeps object identities stable. This is a click-driven change across slides, not a timed in-slide animation. The base-equality rule is implemented in merge-ort.c lines 1375–1389.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result token is now on. The movement is semantic: it indicates selection of the other current file, not replay of the old commit. No Git command was run. Keep the same columns and object geometry when editing slides 3–5.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different hypothetical topology, not a mutation of the preceding Git repository. Highlighting the changed base counters the claim that reverting guarantees reintroduction. The symmetric source branch selects side1 when side2 equals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table contains illustrative path states, not measured data. Each row uses the ordinary-file equality rule. Same-file edits to separate regions are a different content-merge problem; do not infer that every independent-looking edit is conflict-free.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merge_3way passes base and both current blobs to ll_merge. handle_content_merge turns positive merge status into an unclean result; the caller reports conflicts. The underlying driver and xdiff were not audited here. The word review does not assert a particular actual output for a fabricated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Reverting a merge does not remove the fact that its ancestors were merged; the manual limits what later merges reintroduce. Inspect subsequent history before choosing a repair. reset --hard may overwrite data. This deck supplies distinctions, not executable repair commands. reset source: https://github.com/git/git/blob/e9019fcafe0040228b8631c30f97ae1adb61bcdc/Documentation/git-reset.adoc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counterevidence against universalizing the main result to every strategy. Neither ours choice is a universal safe fix. Version API: https://api.github.com/repos/git/git/git/tags/5ce91c059e41090e7d2cffad39c04af8acf98dc1 . The tag list read only five entries; no complete maintenance-version survey. Report identity: research-a0f6d780-96ec-4dcd-a121-80b57ff26f8d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Limits: primary manual and source reading only, with no new Git experiments. Multiple bases, complex renames, submodules and custom drivers need further case-specific analysis. Final presentation-app rendering and native editing QA are pending separate approval. No screenshot-based slides. Slides 3–5 form an editable click-driven build sequence; timed in-slide PowerPoint animation is not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git-merge-base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merge-ort.c#L2097-L229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git-revert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can a Git merge bring back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reverted change?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revert changes content.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not a permanent veto.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869680" y="246888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04120" y="246888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393192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missing explanation is usually the third state: the merge base.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finds the base; trees decide the content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886968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926080"/>
            <a:ext cx="2743200" cy="155448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4480560"/>
            <a:ext cx="612648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off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87552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· off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875520" y="426110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3621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· 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202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→ child, left to right. R reverses A on our branch.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best common ancestor is not “whichever file is newest.” Multiple best bases can exist.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1 / Compare each current file with 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returned to the base: off → on → off.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still differs from the base: off → on.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0240" y="3840480"/>
            <a:ext cx="283464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2 / The other side supplies the net change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ours equals B, the file-selection rule takes theirs.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revert happened, but its net change here is zero.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0" y="3749040"/>
            <a:ext cx="2834640" cy="0"/>
          </a:xfrm>
          <a:prstGeom prst="line">
            <a:avLst/>
          </a:prstGeom>
          <a:noFill/>
          <a:ln w="2540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7240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theirs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3 / Change the base—and the answer reverses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tips still read off and on. But now theirs equals B.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carries the net change, so the same rule keeps off.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5669280" cy="0"/>
          </a:xfrm>
          <a:prstGeom prst="line">
            <a:avLst/>
          </a:prstGeom>
          <a:noFill/>
          <a:ln w="2540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8368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ours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returned change does not erase independent work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242316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423160"/>
                <a:gridCol w="2423160"/>
                <a:gridCol w="23774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Ours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Theirs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846320"/>
            <a:ext cx="182880" cy="640080"/>
          </a:xfrm>
          <a:prstGeom prst="rect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4800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paths can have different unchanged sides.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normal merge is not “pick one whole branch.”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conflict is a different branch of the mechanism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current file matches B. A content merge is needed.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Incompatible edits may conflict; different edits need not.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solidFill>
            <a:srgbClr val="F5E5E9"/>
          </a:solidFill>
          <a:ln w="12700">
            <a:solidFill>
              <a:srgbClr val="F5E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5138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clean text merge does not certify the program’s behavior.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“Undo” can change content—or change ancestry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git-revert and git-reset manuals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Ordinary revert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inverse-change commit; old history stays.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0" y="2423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--no-commit delays the commit.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Revert a merge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0" y="31089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mainline parent with -m.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89120" y="3749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change reversed; merge ancestry stays.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reset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44348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HEAD; mode controls index/worktree.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89120" y="5074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reset only changes the index.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repair a merge by blindly resetting or reverting the revert.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and conflict preference are not interchangeable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828800"/>
            <a:ext cx="5166360" cy="2286000"/>
          </a:xfrm>
          <a:prstGeom prst="rect">
            <a:avLst/>
          </a:prstGeom>
          <a:solidFill>
            <a:srgbClr val="F5E5E9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ours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our entire tree.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their content.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-Xours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 our conflicting hunks.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clean changes still enter.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 is the default for one branch. recursive aliases ort since 2.50.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pin: Git 2.55.0 · e9019fc · tag date 29 June 2026.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16 September lookup also saw 2.56.0-rc0, not a stable release.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base.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three states.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7066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actual tips and strategy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3502152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4655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Distinguish the kind of undo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77240" y="4261104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2245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the intended content and test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7724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commit message tells you intent.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 and current trees explain the merge.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can a Git merge bring back a reverted change?</dc:title>
  <dc:subject>Three-way merge, net reversion and ancestry</dc:subject>
  <dc:creator>Aha / Git explanation</dc:creator>
  <cp:lastModifiedBy>Aha / Git explanation</cp:lastModifiedBy>
  <cp:revision>1</cp:revision>
  <dcterms:created xsi:type="dcterms:W3CDTF">2026-09-16T06:16:15Z</dcterms:created>
  <dcterms:modified xsi:type="dcterms:W3CDTF">2026-09-16T06:16:15Z</dcterms:modified>
</cp:coreProperties>
</file>